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Lst>
  <p:notesMasterIdLst>
    <p:notesMasterId r:id="rId12"/>
  </p:notesMasterIdLst>
  <p:sldIdLst>
    <p:sldId id="262" r:id="rId3"/>
    <p:sldId id="707" r:id="rId4"/>
    <p:sldId id="257" r:id="rId5"/>
    <p:sldId id="903" r:id="rId6"/>
    <p:sldId id="902" r:id="rId7"/>
    <p:sldId id="258" r:id="rId8"/>
    <p:sldId id="259" r:id="rId9"/>
    <p:sldId id="260" r:id="rId10"/>
    <p:sldId id="904" r:id="rId11"/>
  </p:sldIdLst>
  <p:sldSz cx="12960350" cy="7920038"/>
  <p:notesSz cx="6858000" cy="9144000"/>
  <p:defaultTextStyle>
    <a:defPPr>
      <a:defRPr lang="en-US"/>
    </a:defPPr>
    <a:lvl1pPr marL="0" algn="l" defTabSz="1002182" rtl="0" eaLnBrk="1" latinLnBrk="0" hangingPunct="1">
      <a:defRPr sz="1973" kern="1200">
        <a:solidFill>
          <a:schemeClr val="tx1"/>
        </a:solidFill>
        <a:latin typeface="+mn-lt"/>
        <a:ea typeface="+mn-ea"/>
        <a:cs typeface="+mn-cs"/>
      </a:defRPr>
    </a:lvl1pPr>
    <a:lvl2pPr marL="501091" algn="l" defTabSz="1002182" rtl="0" eaLnBrk="1" latinLnBrk="0" hangingPunct="1">
      <a:defRPr sz="1973" kern="1200">
        <a:solidFill>
          <a:schemeClr val="tx1"/>
        </a:solidFill>
        <a:latin typeface="+mn-lt"/>
        <a:ea typeface="+mn-ea"/>
        <a:cs typeface="+mn-cs"/>
      </a:defRPr>
    </a:lvl2pPr>
    <a:lvl3pPr marL="1002182" algn="l" defTabSz="1002182" rtl="0" eaLnBrk="1" latinLnBrk="0" hangingPunct="1">
      <a:defRPr sz="1973" kern="1200">
        <a:solidFill>
          <a:schemeClr val="tx1"/>
        </a:solidFill>
        <a:latin typeface="+mn-lt"/>
        <a:ea typeface="+mn-ea"/>
        <a:cs typeface="+mn-cs"/>
      </a:defRPr>
    </a:lvl3pPr>
    <a:lvl4pPr marL="1503274" algn="l" defTabSz="1002182" rtl="0" eaLnBrk="1" latinLnBrk="0" hangingPunct="1">
      <a:defRPr sz="1973" kern="1200">
        <a:solidFill>
          <a:schemeClr val="tx1"/>
        </a:solidFill>
        <a:latin typeface="+mn-lt"/>
        <a:ea typeface="+mn-ea"/>
        <a:cs typeface="+mn-cs"/>
      </a:defRPr>
    </a:lvl4pPr>
    <a:lvl5pPr marL="2004365" algn="l" defTabSz="1002182" rtl="0" eaLnBrk="1" latinLnBrk="0" hangingPunct="1">
      <a:defRPr sz="1973" kern="1200">
        <a:solidFill>
          <a:schemeClr val="tx1"/>
        </a:solidFill>
        <a:latin typeface="+mn-lt"/>
        <a:ea typeface="+mn-ea"/>
        <a:cs typeface="+mn-cs"/>
      </a:defRPr>
    </a:lvl5pPr>
    <a:lvl6pPr marL="2505456" algn="l" defTabSz="1002182" rtl="0" eaLnBrk="1" latinLnBrk="0" hangingPunct="1">
      <a:defRPr sz="1973" kern="1200">
        <a:solidFill>
          <a:schemeClr val="tx1"/>
        </a:solidFill>
        <a:latin typeface="+mn-lt"/>
        <a:ea typeface="+mn-ea"/>
        <a:cs typeface="+mn-cs"/>
      </a:defRPr>
    </a:lvl6pPr>
    <a:lvl7pPr marL="3006547" algn="l" defTabSz="1002182" rtl="0" eaLnBrk="1" latinLnBrk="0" hangingPunct="1">
      <a:defRPr sz="1973" kern="1200">
        <a:solidFill>
          <a:schemeClr val="tx1"/>
        </a:solidFill>
        <a:latin typeface="+mn-lt"/>
        <a:ea typeface="+mn-ea"/>
        <a:cs typeface="+mn-cs"/>
      </a:defRPr>
    </a:lvl7pPr>
    <a:lvl8pPr marL="3507638" algn="l" defTabSz="1002182" rtl="0" eaLnBrk="1" latinLnBrk="0" hangingPunct="1">
      <a:defRPr sz="1973" kern="1200">
        <a:solidFill>
          <a:schemeClr val="tx1"/>
        </a:solidFill>
        <a:latin typeface="+mn-lt"/>
        <a:ea typeface="+mn-ea"/>
        <a:cs typeface="+mn-cs"/>
      </a:defRPr>
    </a:lvl8pPr>
    <a:lvl9pPr marL="4008730" algn="l" defTabSz="1002182" rtl="0" eaLnBrk="1" latinLnBrk="0" hangingPunct="1">
      <a:defRPr sz="1973"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9A11CD-101E-44E7-8F51-4446E9378215}" v="100" dt="2026-08-19T09:34:19.3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16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msidhar K" userId="19570bf066fbe3c7" providerId="LiveId" clId="{D4A98EA8-8BA2-4FF8-B302-BCFE4E2D0D50}"/>
    <pc:docChg chg="undo custSel addSld modSld">
      <pc:chgData name="Vamsidhar K" userId="19570bf066fbe3c7" providerId="LiveId" clId="{D4A98EA8-8BA2-4FF8-B302-BCFE4E2D0D50}" dt="2026-08-19T09:34:19.306" v="798" actId="255"/>
      <pc:docMkLst>
        <pc:docMk/>
      </pc:docMkLst>
      <pc:sldChg chg="addSp modSp mod">
        <pc:chgData name="Vamsidhar K" userId="19570bf066fbe3c7" providerId="LiveId" clId="{D4A98EA8-8BA2-4FF8-B302-BCFE4E2D0D50}" dt="2026-08-19T09:13:01.502" v="390" actId="14100"/>
        <pc:sldMkLst>
          <pc:docMk/>
          <pc:sldMk cId="1843937772" sldId="257"/>
        </pc:sldMkLst>
        <pc:spChg chg="add mod">
          <ac:chgData name="Vamsidhar K" userId="19570bf066fbe3c7" providerId="LiveId" clId="{D4A98EA8-8BA2-4FF8-B302-BCFE4E2D0D50}" dt="2026-08-19T09:13:01.502" v="390" actId="14100"/>
          <ac:spMkLst>
            <pc:docMk/>
            <pc:sldMk cId="1843937772" sldId="257"/>
            <ac:spMk id="2" creationId="{24DB2C64-D54D-FB62-DA7F-EAD0CDF07BDB}"/>
          </ac:spMkLst>
        </pc:spChg>
      </pc:sldChg>
      <pc:sldChg chg="addSp modSp mod">
        <pc:chgData name="Vamsidhar K" userId="19570bf066fbe3c7" providerId="LiveId" clId="{D4A98EA8-8BA2-4FF8-B302-BCFE4E2D0D50}" dt="2026-08-19T09:12:45.076" v="388" actId="20577"/>
        <pc:sldMkLst>
          <pc:docMk/>
          <pc:sldMk cId="2065876014" sldId="258"/>
        </pc:sldMkLst>
        <pc:spChg chg="add mod">
          <ac:chgData name="Vamsidhar K" userId="19570bf066fbe3c7" providerId="LiveId" clId="{D4A98EA8-8BA2-4FF8-B302-BCFE4E2D0D50}" dt="2026-08-19T09:12:45.076" v="388" actId="20577"/>
          <ac:spMkLst>
            <pc:docMk/>
            <pc:sldMk cId="2065876014" sldId="258"/>
            <ac:spMk id="4" creationId="{89C9E29D-303F-64DA-A1B8-0C49BB57BB7D}"/>
          </ac:spMkLst>
        </pc:spChg>
      </pc:sldChg>
      <pc:sldChg chg="addSp modSp mod">
        <pc:chgData name="Vamsidhar K" userId="19570bf066fbe3c7" providerId="LiveId" clId="{D4A98EA8-8BA2-4FF8-B302-BCFE4E2D0D50}" dt="2026-08-19T09:16:11.426" v="421" actId="20577"/>
        <pc:sldMkLst>
          <pc:docMk/>
          <pc:sldMk cId="3524135319" sldId="259"/>
        </pc:sldMkLst>
        <pc:spChg chg="add mod">
          <ac:chgData name="Vamsidhar K" userId="19570bf066fbe3c7" providerId="LiveId" clId="{D4A98EA8-8BA2-4FF8-B302-BCFE4E2D0D50}" dt="2026-08-19T09:16:11.426" v="421" actId="20577"/>
          <ac:spMkLst>
            <pc:docMk/>
            <pc:sldMk cId="3524135319" sldId="259"/>
            <ac:spMk id="4" creationId="{58459980-33B3-54D3-7810-419DD0D2261D}"/>
          </ac:spMkLst>
        </pc:spChg>
      </pc:sldChg>
      <pc:sldChg chg="addSp delSp modSp mod">
        <pc:chgData name="Vamsidhar K" userId="19570bf066fbe3c7" providerId="LiveId" clId="{D4A98EA8-8BA2-4FF8-B302-BCFE4E2D0D50}" dt="2026-08-19T09:17:59.283" v="445" actId="20577"/>
        <pc:sldMkLst>
          <pc:docMk/>
          <pc:sldMk cId="4118855268" sldId="260"/>
        </pc:sldMkLst>
        <pc:spChg chg="del mod">
          <ac:chgData name="Vamsidhar K" userId="19570bf066fbe3c7" providerId="LiveId" clId="{D4A98EA8-8BA2-4FF8-B302-BCFE4E2D0D50}" dt="2026-08-19T09:08:00.173" v="317"/>
          <ac:spMkLst>
            <pc:docMk/>
            <pc:sldMk cId="4118855268" sldId="260"/>
            <ac:spMk id="2" creationId="{3F0303AA-CEE8-2513-1736-59CB3A5EF8E4}"/>
          </ac:spMkLst>
        </pc:spChg>
        <pc:spChg chg="add mod">
          <ac:chgData name="Vamsidhar K" userId="19570bf066fbe3c7" providerId="LiveId" clId="{D4A98EA8-8BA2-4FF8-B302-BCFE4E2D0D50}" dt="2026-08-19T09:17:59.283" v="445" actId="20577"/>
          <ac:spMkLst>
            <pc:docMk/>
            <pc:sldMk cId="4118855268" sldId="260"/>
            <ac:spMk id="6" creationId="{0CA9ABCB-D488-0799-4FFF-92D3DBBD5EF8}"/>
          </ac:spMkLst>
        </pc:spChg>
      </pc:sldChg>
      <pc:sldChg chg="addSp modSp mod">
        <pc:chgData name="Vamsidhar K" userId="19570bf066fbe3c7" providerId="LiveId" clId="{D4A98EA8-8BA2-4FF8-B302-BCFE4E2D0D50}" dt="2026-08-19T09:01:28.298" v="240" actId="1035"/>
        <pc:sldMkLst>
          <pc:docMk/>
          <pc:sldMk cId="3029277067" sldId="902"/>
        </pc:sldMkLst>
        <pc:spChg chg="mod">
          <ac:chgData name="Vamsidhar K" userId="19570bf066fbe3c7" providerId="LiveId" clId="{D4A98EA8-8BA2-4FF8-B302-BCFE4E2D0D50}" dt="2026-08-19T09:00:59.794" v="208" actId="1035"/>
          <ac:spMkLst>
            <pc:docMk/>
            <pc:sldMk cId="3029277067" sldId="902"/>
            <ac:spMk id="2" creationId="{C48F0022-391A-4CFC-2851-87E76B37EAC2}"/>
          </ac:spMkLst>
        </pc:spChg>
        <pc:graphicFrameChg chg="add mod">
          <ac:chgData name="Vamsidhar K" userId="19570bf066fbe3c7" providerId="LiveId" clId="{D4A98EA8-8BA2-4FF8-B302-BCFE4E2D0D50}" dt="2026-08-19T08:44:44.461" v="20"/>
          <ac:graphicFrameMkLst>
            <pc:docMk/>
            <pc:sldMk cId="3029277067" sldId="902"/>
            <ac:graphicFrameMk id="3" creationId="{7408F6DF-836C-509F-EDFB-CBE138F5E3A5}"/>
          </ac:graphicFrameMkLst>
        </pc:graphicFrameChg>
        <pc:graphicFrameChg chg="mod modGraphic">
          <ac:chgData name="Vamsidhar K" userId="19570bf066fbe3c7" providerId="LiveId" clId="{D4A98EA8-8BA2-4FF8-B302-BCFE4E2D0D50}" dt="2026-08-19T09:01:21.751" v="225" actId="14100"/>
          <ac:graphicFrameMkLst>
            <pc:docMk/>
            <pc:sldMk cId="3029277067" sldId="902"/>
            <ac:graphicFrameMk id="4" creationId="{AACD11AD-3AF5-B626-2B60-0567E4585BB7}"/>
          </ac:graphicFrameMkLst>
        </pc:graphicFrameChg>
        <pc:picChg chg="mod">
          <ac:chgData name="Vamsidhar K" userId="19570bf066fbe3c7" providerId="LiveId" clId="{D4A98EA8-8BA2-4FF8-B302-BCFE4E2D0D50}" dt="2026-08-19T09:01:28.298" v="240" actId="1035"/>
          <ac:picMkLst>
            <pc:docMk/>
            <pc:sldMk cId="3029277067" sldId="902"/>
            <ac:picMk id="6" creationId="{CF3EBAEA-8DC6-8F54-F0D6-38F9643BD4B7}"/>
          </ac:picMkLst>
        </pc:picChg>
      </pc:sldChg>
      <pc:sldChg chg="addSp modSp mod">
        <pc:chgData name="Vamsidhar K" userId="19570bf066fbe3c7" providerId="LiveId" clId="{D4A98EA8-8BA2-4FF8-B302-BCFE4E2D0D50}" dt="2026-08-19T09:13:41.492" v="401" actId="20577"/>
        <pc:sldMkLst>
          <pc:docMk/>
          <pc:sldMk cId="3917782940" sldId="903"/>
        </pc:sldMkLst>
        <pc:spChg chg="add mod">
          <ac:chgData name="Vamsidhar K" userId="19570bf066fbe3c7" providerId="LiveId" clId="{D4A98EA8-8BA2-4FF8-B302-BCFE4E2D0D50}" dt="2026-08-19T09:13:41.492" v="401" actId="20577"/>
          <ac:spMkLst>
            <pc:docMk/>
            <pc:sldMk cId="3917782940" sldId="903"/>
            <ac:spMk id="4" creationId="{E61F2342-2C93-CB4A-BC51-980EDF9CCA5B}"/>
          </ac:spMkLst>
        </pc:spChg>
      </pc:sldChg>
      <pc:sldChg chg="addSp delSp modSp add mod">
        <pc:chgData name="Vamsidhar K" userId="19570bf066fbe3c7" providerId="LiveId" clId="{D4A98EA8-8BA2-4FF8-B302-BCFE4E2D0D50}" dt="2026-08-19T09:34:19.306" v="798" actId="255"/>
        <pc:sldMkLst>
          <pc:docMk/>
          <pc:sldMk cId="1551216410" sldId="904"/>
        </pc:sldMkLst>
        <pc:spChg chg="mod">
          <ac:chgData name="Vamsidhar K" userId="19570bf066fbe3c7" providerId="LiveId" clId="{D4A98EA8-8BA2-4FF8-B302-BCFE4E2D0D50}" dt="2026-08-19T09:33:37.565" v="795" actId="1036"/>
          <ac:spMkLst>
            <pc:docMk/>
            <pc:sldMk cId="1551216410" sldId="904"/>
            <ac:spMk id="5" creationId="{D22ACF04-36E9-34C0-E242-B9DAECFAA47B}"/>
          </ac:spMkLst>
        </pc:spChg>
        <pc:spChg chg="mod">
          <ac:chgData name="Vamsidhar K" userId="19570bf066fbe3c7" providerId="LiveId" clId="{D4A98EA8-8BA2-4FF8-B302-BCFE4E2D0D50}" dt="2026-08-19T09:33:31.915" v="772" actId="1036"/>
          <ac:spMkLst>
            <pc:docMk/>
            <pc:sldMk cId="1551216410" sldId="904"/>
            <ac:spMk id="6" creationId="{1FE4B29F-15EF-FD18-959D-EECC79037F4D}"/>
          </ac:spMkLst>
        </pc:spChg>
        <pc:spChg chg="add del mod">
          <ac:chgData name="Vamsidhar K" userId="19570bf066fbe3c7" providerId="LiveId" clId="{D4A98EA8-8BA2-4FF8-B302-BCFE4E2D0D50}" dt="2026-08-19T09:26:03.901" v="538" actId="12084"/>
          <ac:spMkLst>
            <pc:docMk/>
            <pc:sldMk cId="1551216410" sldId="904"/>
            <ac:spMk id="7" creationId="{C210B150-8DBA-4671-C60C-A84681F7E30D}"/>
          </ac:spMkLst>
        </pc:spChg>
        <pc:graphicFrameChg chg="add del mod modGraphic">
          <ac:chgData name="Vamsidhar K" userId="19570bf066fbe3c7" providerId="LiveId" clId="{D4A98EA8-8BA2-4FF8-B302-BCFE4E2D0D50}" dt="2026-08-19T09:24:16.010" v="530" actId="478"/>
          <ac:graphicFrameMkLst>
            <pc:docMk/>
            <pc:sldMk cId="1551216410" sldId="904"/>
            <ac:graphicFrameMk id="2" creationId="{5E52A6C4-8ED3-8CC9-A58E-6503A3842527}"/>
          </ac:graphicFrameMkLst>
        </pc:graphicFrameChg>
        <pc:graphicFrameChg chg="add mod modGraphic">
          <ac:chgData name="Vamsidhar K" userId="19570bf066fbe3c7" providerId="LiveId" clId="{D4A98EA8-8BA2-4FF8-B302-BCFE4E2D0D50}" dt="2026-08-19T09:34:19.306" v="798" actId="255"/>
          <ac:graphicFrameMkLst>
            <pc:docMk/>
            <pc:sldMk cId="1551216410" sldId="904"/>
            <ac:graphicFrameMk id="8" creationId="{0AFC70EA-4B2E-A00C-2F40-EAA838D7B66B}"/>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63C363-DCCE-4549-86DE-917B591548C3}"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IN"/>
        </a:p>
      </dgm:t>
    </dgm:pt>
    <dgm:pt modelId="{DAC0407D-27EA-4BF7-B0B4-2D8787A65861}">
      <dgm:prSet custT="1"/>
      <dgm:spPr/>
      <dgm:t>
        <a:bodyPr/>
        <a:lstStyle/>
        <a:p>
          <a:r>
            <a:rPr lang="en-IN" sz="1400" b="1" dirty="0"/>
            <a:t>1. Requirements &amp; Research</a:t>
          </a:r>
          <a:br>
            <a:rPr lang="en-IN" sz="1400" dirty="0"/>
          </a:br>
          <a:r>
            <a:rPr lang="en-IN" sz="1400" i="1" dirty="0"/>
            <a:t>Weeks 1–2</a:t>
          </a:r>
          <a:br>
            <a:rPr lang="en-IN" sz="1400" dirty="0"/>
          </a:br>
          <a:r>
            <a:rPr lang="en-IN" sz="1400" dirty="0"/>
            <a:t>Problem analysis, requirements and literature survey</a:t>
          </a:r>
        </a:p>
      </dgm:t>
    </dgm:pt>
    <dgm:pt modelId="{04DE8B08-0E42-45B8-9385-5602CD23E1E5}" type="parTrans" cxnId="{06820522-43B6-4B18-BB9F-EF4ADB19A0B5}">
      <dgm:prSet/>
      <dgm:spPr/>
      <dgm:t>
        <a:bodyPr/>
        <a:lstStyle/>
        <a:p>
          <a:endParaRPr lang="en-IN"/>
        </a:p>
      </dgm:t>
    </dgm:pt>
    <dgm:pt modelId="{7D9EF89A-179F-4CBE-AF39-6788D73C3E8E}" type="sibTrans" cxnId="{06820522-43B6-4B18-BB9F-EF4ADB19A0B5}">
      <dgm:prSet/>
      <dgm:spPr/>
      <dgm:t>
        <a:bodyPr/>
        <a:lstStyle/>
        <a:p>
          <a:endParaRPr lang="en-IN"/>
        </a:p>
      </dgm:t>
    </dgm:pt>
    <dgm:pt modelId="{CF4CC4C1-D089-489F-A1A1-D7782B07CEC7}">
      <dgm:prSet custT="1"/>
      <dgm:spPr/>
      <dgm:t>
        <a:bodyPr/>
        <a:lstStyle/>
        <a:p>
          <a:r>
            <a:rPr lang="en-IN" sz="1400" b="1" dirty="0"/>
            <a:t>2. Architecture &amp; Design</a:t>
          </a:r>
          <a:br>
            <a:rPr lang="en-IN" sz="1400" dirty="0"/>
          </a:br>
          <a:r>
            <a:rPr lang="en-IN" sz="1400" i="1" dirty="0"/>
            <a:t>Weeks 2–3</a:t>
          </a:r>
          <a:br>
            <a:rPr lang="en-IN" sz="1400" dirty="0"/>
          </a:br>
          <a:r>
            <a:rPr lang="en-IN" sz="1400" dirty="0"/>
            <a:t>AI Assistant, SOA architecture, database and API design</a:t>
          </a:r>
        </a:p>
      </dgm:t>
    </dgm:pt>
    <dgm:pt modelId="{2AF289CA-0110-4AB2-9163-0D562BCABE86}" type="parTrans" cxnId="{DB6D02E7-8E11-42C5-9E95-96E72505A8A8}">
      <dgm:prSet/>
      <dgm:spPr/>
      <dgm:t>
        <a:bodyPr/>
        <a:lstStyle/>
        <a:p>
          <a:endParaRPr lang="en-IN"/>
        </a:p>
      </dgm:t>
    </dgm:pt>
    <dgm:pt modelId="{20127419-FA83-41EE-B623-3A09411718FD}" type="sibTrans" cxnId="{DB6D02E7-8E11-42C5-9E95-96E72505A8A8}">
      <dgm:prSet/>
      <dgm:spPr/>
      <dgm:t>
        <a:bodyPr/>
        <a:lstStyle/>
        <a:p>
          <a:endParaRPr lang="en-IN"/>
        </a:p>
      </dgm:t>
    </dgm:pt>
    <dgm:pt modelId="{10633C0C-222F-44D3-A889-BD05ED48A53B}">
      <dgm:prSet custT="1"/>
      <dgm:spPr/>
      <dgm:t>
        <a:bodyPr/>
        <a:lstStyle/>
        <a:p>
          <a:r>
            <a:rPr lang="en-IN" sz="1400" b="1" dirty="0"/>
            <a:t>3. Core Development</a:t>
          </a:r>
          <a:br>
            <a:rPr lang="en-IN" sz="1400" dirty="0"/>
          </a:br>
          <a:r>
            <a:rPr lang="en-IN" sz="1400" i="1" dirty="0"/>
            <a:t>Weeks 3–5</a:t>
          </a:r>
          <a:br>
            <a:rPr lang="en-IN" sz="1400" dirty="0"/>
          </a:br>
          <a:r>
            <a:rPr lang="en-IN" sz="1400" dirty="0"/>
            <a:t>AI Assistant, SOS, Location and core services</a:t>
          </a:r>
        </a:p>
      </dgm:t>
    </dgm:pt>
    <dgm:pt modelId="{3BF4DF99-3E1A-4D7A-84DE-148E8F33CD12}" type="parTrans" cxnId="{C1FE5BE5-FC5D-4D9F-B9C0-05C003FC8A95}">
      <dgm:prSet/>
      <dgm:spPr/>
      <dgm:t>
        <a:bodyPr/>
        <a:lstStyle/>
        <a:p>
          <a:endParaRPr lang="en-IN"/>
        </a:p>
      </dgm:t>
    </dgm:pt>
    <dgm:pt modelId="{AB5A6908-30CF-45D4-9317-3D39BA165F61}" type="sibTrans" cxnId="{C1FE5BE5-FC5D-4D9F-B9C0-05C003FC8A95}">
      <dgm:prSet/>
      <dgm:spPr/>
      <dgm:t>
        <a:bodyPr/>
        <a:lstStyle/>
        <a:p>
          <a:endParaRPr lang="en-IN"/>
        </a:p>
      </dgm:t>
    </dgm:pt>
    <dgm:pt modelId="{53EF235F-A5D6-43CE-ACD5-56AE799E1E03}">
      <dgm:prSet custT="1"/>
      <dgm:spPr/>
      <dgm:t>
        <a:bodyPr/>
        <a:lstStyle/>
        <a:p>
          <a:r>
            <a:rPr lang="en-IN" sz="1300" b="1" dirty="0"/>
            <a:t>4. AI &amp; Intelligent Response</a:t>
          </a:r>
          <a:br>
            <a:rPr lang="en-IN" sz="1300" dirty="0"/>
          </a:br>
          <a:r>
            <a:rPr lang="en-IN" sz="1300" i="1" dirty="0"/>
            <a:t>Weeks 5–7</a:t>
          </a:r>
          <a:br>
            <a:rPr lang="en-IN" sz="1300" dirty="0"/>
          </a:br>
          <a:r>
            <a:rPr lang="en-IN" sz="1300" dirty="0"/>
            <a:t>AI detection, risk assessment, notification and alert routing</a:t>
          </a:r>
        </a:p>
      </dgm:t>
    </dgm:pt>
    <dgm:pt modelId="{2333D237-AC47-49CD-8A25-652361FC1001}" type="parTrans" cxnId="{20E3F0BB-D790-4A08-B40A-862E45E5DE27}">
      <dgm:prSet/>
      <dgm:spPr/>
      <dgm:t>
        <a:bodyPr/>
        <a:lstStyle/>
        <a:p>
          <a:endParaRPr lang="en-IN"/>
        </a:p>
      </dgm:t>
    </dgm:pt>
    <dgm:pt modelId="{135BAFBA-C14B-4B5A-99C1-B260719C1503}" type="sibTrans" cxnId="{20E3F0BB-D790-4A08-B40A-862E45E5DE27}">
      <dgm:prSet/>
      <dgm:spPr/>
      <dgm:t>
        <a:bodyPr/>
        <a:lstStyle/>
        <a:p>
          <a:endParaRPr lang="en-IN"/>
        </a:p>
      </dgm:t>
    </dgm:pt>
    <dgm:pt modelId="{925C33C4-75AC-4D60-83A3-E4499602BF35}">
      <dgm:prSet custT="1"/>
      <dgm:spPr/>
      <dgm:t>
        <a:bodyPr/>
        <a:lstStyle/>
        <a:p>
          <a:r>
            <a:rPr lang="en-IN" sz="1400" b="1" dirty="0"/>
            <a:t>5. SOA Integration &amp; UI</a:t>
          </a:r>
          <a:br>
            <a:rPr lang="en-IN" sz="1400" dirty="0"/>
          </a:br>
          <a:r>
            <a:rPr lang="en-IN" sz="1400" i="1" dirty="0"/>
            <a:t>Weeks 7–10</a:t>
          </a:r>
          <a:br>
            <a:rPr lang="en-IN" sz="1400" dirty="0"/>
          </a:br>
          <a:r>
            <a:rPr lang="en-IN" sz="1400" dirty="0"/>
            <a:t>Service integration, dashboard and user interface</a:t>
          </a:r>
        </a:p>
      </dgm:t>
    </dgm:pt>
    <dgm:pt modelId="{003DE7E7-ADE3-43A0-9CE1-3CF56C8E1ABD}" type="parTrans" cxnId="{49B608F7-F9B5-453E-A6D7-41E7F3574E41}">
      <dgm:prSet/>
      <dgm:spPr/>
      <dgm:t>
        <a:bodyPr/>
        <a:lstStyle/>
        <a:p>
          <a:endParaRPr lang="en-IN"/>
        </a:p>
      </dgm:t>
    </dgm:pt>
    <dgm:pt modelId="{DC39873C-93C1-47DF-BAE1-C9F066BD917D}" type="sibTrans" cxnId="{49B608F7-F9B5-453E-A6D7-41E7F3574E41}">
      <dgm:prSet/>
      <dgm:spPr/>
      <dgm:t>
        <a:bodyPr/>
        <a:lstStyle/>
        <a:p>
          <a:endParaRPr lang="en-IN"/>
        </a:p>
      </dgm:t>
    </dgm:pt>
    <dgm:pt modelId="{D2ECC5AD-4E4D-4F0C-B248-74812A546BF1}">
      <dgm:prSet custT="1"/>
      <dgm:spPr/>
      <dgm:t>
        <a:bodyPr/>
        <a:lstStyle/>
        <a:p>
          <a:r>
            <a:rPr lang="en-IN" sz="1300" b="1" dirty="0"/>
            <a:t>6. Testing &amp; Deployment</a:t>
          </a:r>
          <a:br>
            <a:rPr lang="en-IN" sz="1300" dirty="0"/>
          </a:br>
          <a:r>
            <a:rPr lang="en-IN" sz="1300" i="1" dirty="0"/>
            <a:t>Weeks 10–12</a:t>
          </a:r>
          <a:br>
            <a:rPr lang="en-IN" sz="1300" dirty="0"/>
          </a:br>
          <a:r>
            <a:rPr lang="en-IN" sz="1300" dirty="0"/>
            <a:t>Testing, debugging, Docker deployment and final demonstration</a:t>
          </a:r>
        </a:p>
      </dgm:t>
    </dgm:pt>
    <dgm:pt modelId="{6F2CE6C9-7DBB-45AB-8287-D07F1490117E}" type="parTrans" cxnId="{37C5C25E-3DFA-4C2E-B0C8-B43DE28BC774}">
      <dgm:prSet/>
      <dgm:spPr/>
      <dgm:t>
        <a:bodyPr/>
        <a:lstStyle/>
        <a:p>
          <a:endParaRPr lang="en-IN"/>
        </a:p>
      </dgm:t>
    </dgm:pt>
    <dgm:pt modelId="{1CF1F4CF-DE9B-4E12-BB88-CD32D319D3D8}" type="sibTrans" cxnId="{37C5C25E-3DFA-4C2E-B0C8-B43DE28BC774}">
      <dgm:prSet/>
      <dgm:spPr/>
      <dgm:t>
        <a:bodyPr/>
        <a:lstStyle/>
        <a:p>
          <a:endParaRPr lang="en-IN"/>
        </a:p>
      </dgm:t>
    </dgm:pt>
    <dgm:pt modelId="{9DB8C70C-AD04-4C15-B17B-0042EBCCA154}" type="pres">
      <dgm:prSet presAssocID="{CC63C363-DCCE-4549-86DE-917B591548C3}" presName="Name0" presStyleCnt="0">
        <dgm:presLayoutVars>
          <dgm:chMax val="11"/>
          <dgm:chPref val="11"/>
          <dgm:dir/>
          <dgm:resizeHandles/>
        </dgm:presLayoutVars>
      </dgm:prSet>
      <dgm:spPr/>
    </dgm:pt>
    <dgm:pt modelId="{56DCAA06-DB57-4C24-982D-125C9E9F326B}" type="pres">
      <dgm:prSet presAssocID="{D2ECC5AD-4E4D-4F0C-B248-74812A546BF1}" presName="Accent6" presStyleCnt="0"/>
      <dgm:spPr/>
    </dgm:pt>
    <dgm:pt modelId="{B27EFB48-75B7-4A29-A4FF-ADB12F685011}" type="pres">
      <dgm:prSet presAssocID="{D2ECC5AD-4E4D-4F0C-B248-74812A546BF1}" presName="Accent" presStyleLbl="node1" presStyleIdx="0" presStyleCnt="6"/>
      <dgm:spPr/>
    </dgm:pt>
    <dgm:pt modelId="{EF6A2599-224F-463D-AD3B-A47A57C501AD}" type="pres">
      <dgm:prSet presAssocID="{D2ECC5AD-4E4D-4F0C-B248-74812A546BF1}" presName="ParentBackground6" presStyleCnt="0"/>
      <dgm:spPr/>
    </dgm:pt>
    <dgm:pt modelId="{F0534E7B-E642-44A8-BACD-5CE01B9CE07D}" type="pres">
      <dgm:prSet presAssocID="{D2ECC5AD-4E4D-4F0C-B248-74812A546BF1}" presName="ParentBackground" presStyleLbl="fgAcc1" presStyleIdx="0" presStyleCnt="6"/>
      <dgm:spPr/>
    </dgm:pt>
    <dgm:pt modelId="{8E57F7B2-4BB3-443A-A0F0-62101784834C}" type="pres">
      <dgm:prSet presAssocID="{D2ECC5AD-4E4D-4F0C-B248-74812A546BF1}" presName="Parent6" presStyleLbl="revTx" presStyleIdx="0" presStyleCnt="0">
        <dgm:presLayoutVars>
          <dgm:chMax val="1"/>
          <dgm:chPref val="1"/>
          <dgm:bulletEnabled val="1"/>
        </dgm:presLayoutVars>
      </dgm:prSet>
      <dgm:spPr/>
    </dgm:pt>
    <dgm:pt modelId="{7D3ABA1D-0BD2-4DA4-A1E4-F3DA53506386}" type="pres">
      <dgm:prSet presAssocID="{925C33C4-75AC-4D60-83A3-E4499602BF35}" presName="Accent5" presStyleCnt="0"/>
      <dgm:spPr/>
    </dgm:pt>
    <dgm:pt modelId="{04D7963F-6299-4BE3-ACF3-B799D0EDD0AD}" type="pres">
      <dgm:prSet presAssocID="{925C33C4-75AC-4D60-83A3-E4499602BF35}" presName="Accent" presStyleLbl="node1" presStyleIdx="1" presStyleCnt="6"/>
      <dgm:spPr/>
    </dgm:pt>
    <dgm:pt modelId="{7775E6C2-8C2B-4219-98E0-E6EA2BFD07B9}" type="pres">
      <dgm:prSet presAssocID="{925C33C4-75AC-4D60-83A3-E4499602BF35}" presName="ParentBackground5" presStyleCnt="0"/>
      <dgm:spPr/>
    </dgm:pt>
    <dgm:pt modelId="{C7642013-AEDF-4C1B-8CDB-4875A7211AD7}" type="pres">
      <dgm:prSet presAssocID="{925C33C4-75AC-4D60-83A3-E4499602BF35}" presName="ParentBackground" presStyleLbl="fgAcc1" presStyleIdx="1" presStyleCnt="6"/>
      <dgm:spPr/>
    </dgm:pt>
    <dgm:pt modelId="{204936DF-44B6-4C4A-8A76-2627EC7EA25B}" type="pres">
      <dgm:prSet presAssocID="{925C33C4-75AC-4D60-83A3-E4499602BF35}" presName="Parent5" presStyleLbl="revTx" presStyleIdx="0" presStyleCnt="0">
        <dgm:presLayoutVars>
          <dgm:chMax val="1"/>
          <dgm:chPref val="1"/>
          <dgm:bulletEnabled val="1"/>
        </dgm:presLayoutVars>
      </dgm:prSet>
      <dgm:spPr/>
    </dgm:pt>
    <dgm:pt modelId="{5B62DE3B-682D-4258-AF90-8B0F95BAEB4D}" type="pres">
      <dgm:prSet presAssocID="{53EF235F-A5D6-43CE-ACD5-56AE799E1E03}" presName="Accent4" presStyleCnt="0"/>
      <dgm:spPr/>
    </dgm:pt>
    <dgm:pt modelId="{2F3D0E46-23EE-47A2-96A0-56A6AB1712EB}" type="pres">
      <dgm:prSet presAssocID="{53EF235F-A5D6-43CE-ACD5-56AE799E1E03}" presName="Accent" presStyleLbl="node1" presStyleIdx="2" presStyleCnt="6"/>
      <dgm:spPr/>
    </dgm:pt>
    <dgm:pt modelId="{A145722D-16E5-41BE-B546-E12B0A71F6CF}" type="pres">
      <dgm:prSet presAssocID="{53EF235F-A5D6-43CE-ACD5-56AE799E1E03}" presName="ParentBackground4" presStyleCnt="0"/>
      <dgm:spPr/>
    </dgm:pt>
    <dgm:pt modelId="{26F7BB27-6798-4514-AF4E-0F699046228E}" type="pres">
      <dgm:prSet presAssocID="{53EF235F-A5D6-43CE-ACD5-56AE799E1E03}" presName="ParentBackground" presStyleLbl="fgAcc1" presStyleIdx="2" presStyleCnt="6"/>
      <dgm:spPr/>
    </dgm:pt>
    <dgm:pt modelId="{B32CB1BB-0B3F-4F25-8C78-25C28EC0F55A}" type="pres">
      <dgm:prSet presAssocID="{53EF235F-A5D6-43CE-ACD5-56AE799E1E03}" presName="Parent4" presStyleLbl="revTx" presStyleIdx="0" presStyleCnt="0">
        <dgm:presLayoutVars>
          <dgm:chMax val="1"/>
          <dgm:chPref val="1"/>
          <dgm:bulletEnabled val="1"/>
        </dgm:presLayoutVars>
      </dgm:prSet>
      <dgm:spPr/>
    </dgm:pt>
    <dgm:pt modelId="{4CFA214C-0F0B-4BF6-9C3E-4921520AB82A}" type="pres">
      <dgm:prSet presAssocID="{10633C0C-222F-44D3-A889-BD05ED48A53B}" presName="Accent3" presStyleCnt="0"/>
      <dgm:spPr/>
    </dgm:pt>
    <dgm:pt modelId="{378A2A89-3BC1-406A-9145-9FCA0DD01186}" type="pres">
      <dgm:prSet presAssocID="{10633C0C-222F-44D3-A889-BD05ED48A53B}" presName="Accent" presStyleLbl="node1" presStyleIdx="3" presStyleCnt="6"/>
      <dgm:spPr/>
    </dgm:pt>
    <dgm:pt modelId="{5C8A109E-9383-40FB-9F55-EFA5209C01AC}" type="pres">
      <dgm:prSet presAssocID="{10633C0C-222F-44D3-A889-BD05ED48A53B}" presName="ParentBackground3" presStyleCnt="0"/>
      <dgm:spPr/>
    </dgm:pt>
    <dgm:pt modelId="{E6012308-3456-4621-BF23-DBB089FFA586}" type="pres">
      <dgm:prSet presAssocID="{10633C0C-222F-44D3-A889-BD05ED48A53B}" presName="ParentBackground" presStyleLbl="fgAcc1" presStyleIdx="3" presStyleCnt="6"/>
      <dgm:spPr/>
    </dgm:pt>
    <dgm:pt modelId="{F9115BE6-6A0C-4249-9E5A-7A8FA69FA3F5}" type="pres">
      <dgm:prSet presAssocID="{10633C0C-222F-44D3-A889-BD05ED48A53B}" presName="Parent3" presStyleLbl="revTx" presStyleIdx="0" presStyleCnt="0">
        <dgm:presLayoutVars>
          <dgm:chMax val="1"/>
          <dgm:chPref val="1"/>
          <dgm:bulletEnabled val="1"/>
        </dgm:presLayoutVars>
      </dgm:prSet>
      <dgm:spPr/>
    </dgm:pt>
    <dgm:pt modelId="{CD373B72-D178-4183-A478-2696A90276F7}" type="pres">
      <dgm:prSet presAssocID="{CF4CC4C1-D089-489F-A1A1-D7782B07CEC7}" presName="Accent2" presStyleCnt="0"/>
      <dgm:spPr/>
    </dgm:pt>
    <dgm:pt modelId="{7C1F2995-ADEE-4A08-BD23-8A126527E78E}" type="pres">
      <dgm:prSet presAssocID="{CF4CC4C1-D089-489F-A1A1-D7782B07CEC7}" presName="Accent" presStyleLbl="node1" presStyleIdx="4" presStyleCnt="6"/>
      <dgm:spPr/>
    </dgm:pt>
    <dgm:pt modelId="{FEFF0E83-47D8-4EB0-82D8-C9D9450FF9F2}" type="pres">
      <dgm:prSet presAssocID="{CF4CC4C1-D089-489F-A1A1-D7782B07CEC7}" presName="ParentBackground2" presStyleCnt="0"/>
      <dgm:spPr/>
    </dgm:pt>
    <dgm:pt modelId="{3A9CB254-2D08-4BD8-966C-F07958D8C46D}" type="pres">
      <dgm:prSet presAssocID="{CF4CC4C1-D089-489F-A1A1-D7782B07CEC7}" presName="ParentBackground" presStyleLbl="fgAcc1" presStyleIdx="4" presStyleCnt="6"/>
      <dgm:spPr/>
    </dgm:pt>
    <dgm:pt modelId="{396BE834-2399-4DCE-8FCC-F2DF165E0467}" type="pres">
      <dgm:prSet presAssocID="{CF4CC4C1-D089-489F-A1A1-D7782B07CEC7}" presName="Parent2" presStyleLbl="revTx" presStyleIdx="0" presStyleCnt="0">
        <dgm:presLayoutVars>
          <dgm:chMax val="1"/>
          <dgm:chPref val="1"/>
          <dgm:bulletEnabled val="1"/>
        </dgm:presLayoutVars>
      </dgm:prSet>
      <dgm:spPr/>
    </dgm:pt>
    <dgm:pt modelId="{54EAF988-DE42-4A80-B731-5B1E2FAF230C}" type="pres">
      <dgm:prSet presAssocID="{DAC0407D-27EA-4BF7-B0B4-2D8787A65861}" presName="Accent1" presStyleCnt="0"/>
      <dgm:spPr/>
    </dgm:pt>
    <dgm:pt modelId="{51C5A5E7-3A7B-41EE-BB43-E56E300132AC}" type="pres">
      <dgm:prSet presAssocID="{DAC0407D-27EA-4BF7-B0B4-2D8787A65861}" presName="Accent" presStyleLbl="node1" presStyleIdx="5" presStyleCnt="6"/>
      <dgm:spPr/>
    </dgm:pt>
    <dgm:pt modelId="{7BF70FD0-7691-4855-835D-82E77B586BD7}" type="pres">
      <dgm:prSet presAssocID="{DAC0407D-27EA-4BF7-B0B4-2D8787A65861}" presName="ParentBackground1" presStyleCnt="0"/>
      <dgm:spPr/>
    </dgm:pt>
    <dgm:pt modelId="{03C576D1-E14C-400F-9D97-2F31583A690B}" type="pres">
      <dgm:prSet presAssocID="{DAC0407D-27EA-4BF7-B0B4-2D8787A65861}" presName="ParentBackground" presStyleLbl="fgAcc1" presStyleIdx="5" presStyleCnt="6"/>
      <dgm:spPr/>
    </dgm:pt>
    <dgm:pt modelId="{147ED517-69E0-4E91-94AA-D1127D3666D1}" type="pres">
      <dgm:prSet presAssocID="{DAC0407D-27EA-4BF7-B0B4-2D8787A65861}" presName="Parent1" presStyleLbl="revTx" presStyleIdx="0" presStyleCnt="0">
        <dgm:presLayoutVars>
          <dgm:chMax val="1"/>
          <dgm:chPref val="1"/>
          <dgm:bulletEnabled val="1"/>
        </dgm:presLayoutVars>
      </dgm:prSet>
      <dgm:spPr/>
    </dgm:pt>
  </dgm:ptLst>
  <dgm:cxnLst>
    <dgm:cxn modelId="{4112E50A-01A2-4932-B1FF-C6248A449BB6}" type="presOf" srcId="{DAC0407D-27EA-4BF7-B0B4-2D8787A65861}" destId="{03C576D1-E14C-400F-9D97-2F31583A690B}" srcOrd="0" destOrd="0" presId="urn:microsoft.com/office/officeart/2011/layout/CircleProcess"/>
    <dgm:cxn modelId="{E70F781A-FBB2-426C-BA19-E045BAEC4945}" type="presOf" srcId="{53EF235F-A5D6-43CE-ACD5-56AE799E1E03}" destId="{26F7BB27-6798-4514-AF4E-0F699046228E}" srcOrd="0" destOrd="0" presId="urn:microsoft.com/office/officeart/2011/layout/CircleProcess"/>
    <dgm:cxn modelId="{19C4CD1D-ED3B-4421-A6A1-AFC541858BD3}" type="presOf" srcId="{53EF235F-A5D6-43CE-ACD5-56AE799E1E03}" destId="{B32CB1BB-0B3F-4F25-8C78-25C28EC0F55A}" srcOrd="1" destOrd="0" presId="urn:microsoft.com/office/officeart/2011/layout/CircleProcess"/>
    <dgm:cxn modelId="{06820522-43B6-4B18-BB9F-EF4ADB19A0B5}" srcId="{CC63C363-DCCE-4549-86DE-917B591548C3}" destId="{DAC0407D-27EA-4BF7-B0B4-2D8787A65861}" srcOrd="0" destOrd="0" parTransId="{04DE8B08-0E42-45B8-9385-5602CD23E1E5}" sibTransId="{7D9EF89A-179F-4CBE-AF39-6788D73C3E8E}"/>
    <dgm:cxn modelId="{4835F325-DD10-40E1-9D76-B7406C271AB9}" type="presOf" srcId="{10633C0C-222F-44D3-A889-BD05ED48A53B}" destId="{F9115BE6-6A0C-4249-9E5A-7A8FA69FA3F5}" srcOrd="1" destOrd="0" presId="urn:microsoft.com/office/officeart/2011/layout/CircleProcess"/>
    <dgm:cxn modelId="{52BF8C2A-E06C-42D6-BCF0-425BB0237352}" type="presOf" srcId="{10633C0C-222F-44D3-A889-BD05ED48A53B}" destId="{E6012308-3456-4621-BF23-DBB089FFA586}" srcOrd="0" destOrd="0" presId="urn:microsoft.com/office/officeart/2011/layout/CircleProcess"/>
    <dgm:cxn modelId="{6FB33134-A4D2-4222-BDE5-4C938ADB688C}" type="presOf" srcId="{DAC0407D-27EA-4BF7-B0B4-2D8787A65861}" destId="{147ED517-69E0-4E91-94AA-D1127D3666D1}" srcOrd="1" destOrd="0" presId="urn:microsoft.com/office/officeart/2011/layout/CircleProcess"/>
    <dgm:cxn modelId="{37C5C25E-3DFA-4C2E-B0C8-B43DE28BC774}" srcId="{CC63C363-DCCE-4549-86DE-917B591548C3}" destId="{D2ECC5AD-4E4D-4F0C-B248-74812A546BF1}" srcOrd="5" destOrd="0" parTransId="{6F2CE6C9-7DBB-45AB-8287-D07F1490117E}" sibTransId="{1CF1F4CF-DE9B-4E12-BB88-CD32D319D3D8}"/>
    <dgm:cxn modelId="{24689C5A-FA5C-4AA6-AE07-D20CF80B260B}" type="presOf" srcId="{925C33C4-75AC-4D60-83A3-E4499602BF35}" destId="{C7642013-AEDF-4C1B-8CDB-4875A7211AD7}" srcOrd="0" destOrd="0" presId="urn:microsoft.com/office/officeart/2011/layout/CircleProcess"/>
    <dgm:cxn modelId="{5EC74B87-78EA-4F73-BCA7-F17C42240825}" type="presOf" srcId="{925C33C4-75AC-4D60-83A3-E4499602BF35}" destId="{204936DF-44B6-4C4A-8A76-2627EC7EA25B}" srcOrd="1" destOrd="0" presId="urn:microsoft.com/office/officeart/2011/layout/CircleProcess"/>
    <dgm:cxn modelId="{7A53108A-6386-4118-8BEF-59CB40566361}" type="presOf" srcId="{CF4CC4C1-D089-489F-A1A1-D7782B07CEC7}" destId="{3A9CB254-2D08-4BD8-966C-F07958D8C46D}" srcOrd="0" destOrd="0" presId="urn:microsoft.com/office/officeart/2011/layout/CircleProcess"/>
    <dgm:cxn modelId="{FED22392-DCAF-4249-A3A7-76627F7E4AFE}" type="presOf" srcId="{CF4CC4C1-D089-489F-A1A1-D7782B07CEC7}" destId="{396BE834-2399-4DCE-8FCC-F2DF165E0467}" srcOrd="1" destOrd="0" presId="urn:microsoft.com/office/officeart/2011/layout/CircleProcess"/>
    <dgm:cxn modelId="{81DD56A8-F67D-4C60-9113-E07F5EBEDBF9}" type="presOf" srcId="{D2ECC5AD-4E4D-4F0C-B248-74812A546BF1}" destId="{8E57F7B2-4BB3-443A-A0F0-62101784834C}" srcOrd="1" destOrd="0" presId="urn:microsoft.com/office/officeart/2011/layout/CircleProcess"/>
    <dgm:cxn modelId="{3AC6AABB-05A1-4123-A2A3-5BEB85E20797}" type="presOf" srcId="{D2ECC5AD-4E4D-4F0C-B248-74812A546BF1}" destId="{F0534E7B-E642-44A8-BACD-5CE01B9CE07D}" srcOrd="0" destOrd="0" presId="urn:microsoft.com/office/officeart/2011/layout/CircleProcess"/>
    <dgm:cxn modelId="{20E3F0BB-D790-4A08-B40A-862E45E5DE27}" srcId="{CC63C363-DCCE-4549-86DE-917B591548C3}" destId="{53EF235F-A5D6-43CE-ACD5-56AE799E1E03}" srcOrd="3" destOrd="0" parTransId="{2333D237-AC47-49CD-8A25-652361FC1001}" sibTransId="{135BAFBA-C14B-4B5A-99C1-B260719C1503}"/>
    <dgm:cxn modelId="{C1FE5BE5-FC5D-4D9F-B9C0-05C003FC8A95}" srcId="{CC63C363-DCCE-4549-86DE-917B591548C3}" destId="{10633C0C-222F-44D3-A889-BD05ED48A53B}" srcOrd="2" destOrd="0" parTransId="{3BF4DF99-3E1A-4D7A-84DE-148E8F33CD12}" sibTransId="{AB5A6908-30CF-45D4-9317-3D39BA165F61}"/>
    <dgm:cxn modelId="{DB6D02E7-8E11-42C5-9E95-96E72505A8A8}" srcId="{CC63C363-DCCE-4549-86DE-917B591548C3}" destId="{CF4CC4C1-D089-489F-A1A1-D7782B07CEC7}" srcOrd="1" destOrd="0" parTransId="{2AF289CA-0110-4AB2-9163-0D562BCABE86}" sibTransId="{20127419-FA83-41EE-B623-3A09411718FD}"/>
    <dgm:cxn modelId="{921C4DED-DD8D-4A93-8F5B-FF63F8798F86}" type="presOf" srcId="{CC63C363-DCCE-4549-86DE-917B591548C3}" destId="{9DB8C70C-AD04-4C15-B17B-0042EBCCA154}" srcOrd="0" destOrd="0" presId="urn:microsoft.com/office/officeart/2011/layout/CircleProcess"/>
    <dgm:cxn modelId="{49B608F7-F9B5-453E-A6D7-41E7F3574E41}" srcId="{CC63C363-DCCE-4549-86DE-917B591548C3}" destId="{925C33C4-75AC-4D60-83A3-E4499602BF35}" srcOrd="4" destOrd="0" parTransId="{003DE7E7-ADE3-43A0-9CE1-3CF56C8E1ABD}" sibTransId="{DC39873C-93C1-47DF-BAE1-C9F066BD917D}"/>
    <dgm:cxn modelId="{E92F912C-41CF-46F1-9C06-76A196B3E47C}" type="presParOf" srcId="{9DB8C70C-AD04-4C15-B17B-0042EBCCA154}" destId="{56DCAA06-DB57-4C24-982D-125C9E9F326B}" srcOrd="0" destOrd="0" presId="urn:microsoft.com/office/officeart/2011/layout/CircleProcess"/>
    <dgm:cxn modelId="{1C0B7763-F1D5-49C2-96C1-27C7E98D4C85}" type="presParOf" srcId="{56DCAA06-DB57-4C24-982D-125C9E9F326B}" destId="{B27EFB48-75B7-4A29-A4FF-ADB12F685011}" srcOrd="0" destOrd="0" presId="urn:microsoft.com/office/officeart/2011/layout/CircleProcess"/>
    <dgm:cxn modelId="{0C4153DF-EA1E-43CC-A07B-64AE33302383}" type="presParOf" srcId="{9DB8C70C-AD04-4C15-B17B-0042EBCCA154}" destId="{EF6A2599-224F-463D-AD3B-A47A57C501AD}" srcOrd="1" destOrd="0" presId="urn:microsoft.com/office/officeart/2011/layout/CircleProcess"/>
    <dgm:cxn modelId="{C866F54B-F9DB-42BC-961F-915374524872}" type="presParOf" srcId="{EF6A2599-224F-463D-AD3B-A47A57C501AD}" destId="{F0534E7B-E642-44A8-BACD-5CE01B9CE07D}" srcOrd="0" destOrd="0" presId="urn:microsoft.com/office/officeart/2011/layout/CircleProcess"/>
    <dgm:cxn modelId="{89E3E864-A62F-4E49-859E-1F5C5CFFC323}" type="presParOf" srcId="{9DB8C70C-AD04-4C15-B17B-0042EBCCA154}" destId="{8E57F7B2-4BB3-443A-A0F0-62101784834C}" srcOrd="2" destOrd="0" presId="urn:microsoft.com/office/officeart/2011/layout/CircleProcess"/>
    <dgm:cxn modelId="{E38BC34C-C104-4EF2-9D01-35BA6FDDD3C6}" type="presParOf" srcId="{9DB8C70C-AD04-4C15-B17B-0042EBCCA154}" destId="{7D3ABA1D-0BD2-4DA4-A1E4-F3DA53506386}" srcOrd="3" destOrd="0" presId="urn:microsoft.com/office/officeart/2011/layout/CircleProcess"/>
    <dgm:cxn modelId="{A3D50822-4F87-45BB-B290-8CD3EFF726B7}" type="presParOf" srcId="{7D3ABA1D-0BD2-4DA4-A1E4-F3DA53506386}" destId="{04D7963F-6299-4BE3-ACF3-B799D0EDD0AD}" srcOrd="0" destOrd="0" presId="urn:microsoft.com/office/officeart/2011/layout/CircleProcess"/>
    <dgm:cxn modelId="{554C1692-A173-4B9B-87C5-E39374DFF4C9}" type="presParOf" srcId="{9DB8C70C-AD04-4C15-B17B-0042EBCCA154}" destId="{7775E6C2-8C2B-4219-98E0-E6EA2BFD07B9}" srcOrd="4" destOrd="0" presId="urn:microsoft.com/office/officeart/2011/layout/CircleProcess"/>
    <dgm:cxn modelId="{5E2C9F82-FC4A-47CA-AA77-008CE6FC3C6A}" type="presParOf" srcId="{7775E6C2-8C2B-4219-98E0-E6EA2BFD07B9}" destId="{C7642013-AEDF-4C1B-8CDB-4875A7211AD7}" srcOrd="0" destOrd="0" presId="urn:microsoft.com/office/officeart/2011/layout/CircleProcess"/>
    <dgm:cxn modelId="{3480560A-83CA-412A-900D-830642DBC412}" type="presParOf" srcId="{9DB8C70C-AD04-4C15-B17B-0042EBCCA154}" destId="{204936DF-44B6-4C4A-8A76-2627EC7EA25B}" srcOrd="5" destOrd="0" presId="urn:microsoft.com/office/officeart/2011/layout/CircleProcess"/>
    <dgm:cxn modelId="{1460C3F4-A2F7-40A0-A5DF-888168BAF22B}" type="presParOf" srcId="{9DB8C70C-AD04-4C15-B17B-0042EBCCA154}" destId="{5B62DE3B-682D-4258-AF90-8B0F95BAEB4D}" srcOrd="6" destOrd="0" presId="urn:microsoft.com/office/officeart/2011/layout/CircleProcess"/>
    <dgm:cxn modelId="{600CBCAC-3CF5-4C70-B486-D27F2C8453CE}" type="presParOf" srcId="{5B62DE3B-682D-4258-AF90-8B0F95BAEB4D}" destId="{2F3D0E46-23EE-47A2-96A0-56A6AB1712EB}" srcOrd="0" destOrd="0" presId="urn:microsoft.com/office/officeart/2011/layout/CircleProcess"/>
    <dgm:cxn modelId="{1729982C-8486-4580-8AC6-338C2B6EBC48}" type="presParOf" srcId="{9DB8C70C-AD04-4C15-B17B-0042EBCCA154}" destId="{A145722D-16E5-41BE-B546-E12B0A71F6CF}" srcOrd="7" destOrd="0" presId="urn:microsoft.com/office/officeart/2011/layout/CircleProcess"/>
    <dgm:cxn modelId="{68BF05DD-92E7-4969-A8A4-E6D2FCFA3E4E}" type="presParOf" srcId="{A145722D-16E5-41BE-B546-E12B0A71F6CF}" destId="{26F7BB27-6798-4514-AF4E-0F699046228E}" srcOrd="0" destOrd="0" presId="urn:microsoft.com/office/officeart/2011/layout/CircleProcess"/>
    <dgm:cxn modelId="{DECBCDF7-F520-4487-8D72-5C73EE36557E}" type="presParOf" srcId="{9DB8C70C-AD04-4C15-B17B-0042EBCCA154}" destId="{B32CB1BB-0B3F-4F25-8C78-25C28EC0F55A}" srcOrd="8" destOrd="0" presId="urn:microsoft.com/office/officeart/2011/layout/CircleProcess"/>
    <dgm:cxn modelId="{6750F959-ABAD-4CEB-B9E3-D11DE0A185BC}" type="presParOf" srcId="{9DB8C70C-AD04-4C15-B17B-0042EBCCA154}" destId="{4CFA214C-0F0B-4BF6-9C3E-4921520AB82A}" srcOrd="9" destOrd="0" presId="urn:microsoft.com/office/officeart/2011/layout/CircleProcess"/>
    <dgm:cxn modelId="{686ABE36-D340-43E6-8F53-B60BD7258CC4}" type="presParOf" srcId="{4CFA214C-0F0B-4BF6-9C3E-4921520AB82A}" destId="{378A2A89-3BC1-406A-9145-9FCA0DD01186}" srcOrd="0" destOrd="0" presId="urn:microsoft.com/office/officeart/2011/layout/CircleProcess"/>
    <dgm:cxn modelId="{B0D3C848-D84F-4203-97B0-5FA5E3FD6578}" type="presParOf" srcId="{9DB8C70C-AD04-4C15-B17B-0042EBCCA154}" destId="{5C8A109E-9383-40FB-9F55-EFA5209C01AC}" srcOrd="10" destOrd="0" presId="urn:microsoft.com/office/officeart/2011/layout/CircleProcess"/>
    <dgm:cxn modelId="{2D37056F-9AA7-4066-B6A2-474E7B938DFB}" type="presParOf" srcId="{5C8A109E-9383-40FB-9F55-EFA5209C01AC}" destId="{E6012308-3456-4621-BF23-DBB089FFA586}" srcOrd="0" destOrd="0" presId="urn:microsoft.com/office/officeart/2011/layout/CircleProcess"/>
    <dgm:cxn modelId="{30C76DF8-B5D2-4AF5-B189-559113BD94B7}" type="presParOf" srcId="{9DB8C70C-AD04-4C15-B17B-0042EBCCA154}" destId="{F9115BE6-6A0C-4249-9E5A-7A8FA69FA3F5}" srcOrd="11" destOrd="0" presId="urn:microsoft.com/office/officeart/2011/layout/CircleProcess"/>
    <dgm:cxn modelId="{E4454808-A005-4CE9-9591-2C7D66441DAA}" type="presParOf" srcId="{9DB8C70C-AD04-4C15-B17B-0042EBCCA154}" destId="{CD373B72-D178-4183-A478-2696A90276F7}" srcOrd="12" destOrd="0" presId="urn:microsoft.com/office/officeart/2011/layout/CircleProcess"/>
    <dgm:cxn modelId="{54B69F34-4F2E-4EE6-BE93-CF1C65F86C34}" type="presParOf" srcId="{CD373B72-D178-4183-A478-2696A90276F7}" destId="{7C1F2995-ADEE-4A08-BD23-8A126527E78E}" srcOrd="0" destOrd="0" presId="urn:microsoft.com/office/officeart/2011/layout/CircleProcess"/>
    <dgm:cxn modelId="{700F6D3B-C2EA-45B1-A290-411552177002}" type="presParOf" srcId="{9DB8C70C-AD04-4C15-B17B-0042EBCCA154}" destId="{FEFF0E83-47D8-4EB0-82D8-C9D9450FF9F2}" srcOrd="13" destOrd="0" presId="urn:microsoft.com/office/officeart/2011/layout/CircleProcess"/>
    <dgm:cxn modelId="{0E82D3CB-7F51-40EF-960B-ADB5FF45F881}" type="presParOf" srcId="{FEFF0E83-47D8-4EB0-82D8-C9D9450FF9F2}" destId="{3A9CB254-2D08-4BD8-966C-F07958D8C46D}" srcOrd="0" destOrd="0" presId="urn:microsoft.com/office/officeart/2011/layout/CircleProcess"/>
    <dgm:cxn modelId="{7F36FB13-5596-4660-92B2-6C1A246F6276}" type="presParOf" srcId="{9DB8C70C-AD04-4C15-B17B-0042EBCCA154}" destId="{396BE834-2399-4DCE-8FCC-F2DF165E0467}" srcOrd="14" destOrd="0" presId="urn:microsoft.com/office/officeart/2011/layout/CircleProcess"/>
    <dgm:cxn modelId="{BCB979B3-26EA-4C73-B193-6420BAF297DE}" type="presParOf" srcId="{9DB8C70C-AD04-4C15-B17B-0042EBCCA154}" destId="{54EAF988-DE42-4A80-B731-5B1E2FAF230C}" srcOrd="15" destOrd="0" presId="urn:microsoft.com/office/officeart/2011/layout/CircleProcess"/>
    <dgm:cxn modelId="{3E291342-A0EE-4FFE-853D-CB0ECE937597}" type="presParOf" srcId="{54EAF988-DE42-4A80-B731-5B1E2FAF230C}" destId="{51C5A5E7-3A7B-41EE-BB43-E56E300132AC}" srcOrd="0" destOrd="0" presId="urn:microsoft.com/office/officeart/2011/layout/CircleProcess"/>
    <dgm:cxn modelId="{B44C36B2-F43B-41FA-B0B4-5F25383E8AA2}" type="presParOf" srcId="{9DB8C70C-AD04-4C15-B17B-0042EBCCA154}" destId="{7BF70FD0-7691-4855-835D-82E77B586BD7}" srcOrd="16" destOrd="0" presId="urn:microsoft.com/office/officeart/2011/layout/CircleProcess"/>
    <dgm:cxn modelId="{921A0C6C-E8AA-43AA-986D-ABBB744E4993}" type="presParOf" srcId="{7BF70FD0-7691-4855-835D-82E77B586BD7}" destId="{03C576D1-E14C-400F-9D97-2F31583A690B}" srcOrd="0" destOrd="0" presId="urn:microsoft.com/office/officeart/2011/layout/CircleProcess"/>
    <dgm:cxn modelId="{0D374C10-236A-4D45-849A-D57D683B196F}" type="presParOf" srcId="{9DB8C70C-AD04-4C15-B17B-0042EBCCA154}" destId="{147ED517-69E0-4E91-94AA-D1127D3666D1}" srcOrd="17"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7EFB48-75B7-4A29-A4FF-ADB12F685011}">
      <dsp:nvSpPr>
        <dsp:cNvPr id="0" name=""/>
        <dsp:cNvSpPr/>
      </dsp:nvSpPr>
      <dsp:spPr>
        <a:xfrm>
          <a:off x="10692425" y="1928058"/>
          <a:ext cx="1971039" cy="1970665"/>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534E7B-E642-44A8-BACD-5CE01B9CE07D}">
      <dsp:nvSpPr>
        <dsp:cNvPr id="0" name=""/>
        <dsp:cNvSpPr/>
      </dsp:nvSpPr>
      <dsp:spPr>
        <a:xfrm>
          <a:off x="10758794"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IN" sz="1300" b="1" kern="1200" dirty="0"/>
            <a:t>6. Testing &amp; Deployment</a:t>
          </a:r>
          <a:br>
            <a:rPr lang="en-IN" sz="1300" kern="1200" dirty="0"/>
          </a:br>
          <a:r>
            <a:rPr lang="en-IN" sz="1300" i="1" kern="1200" dirty="0"/>
            <a:t>Weeks 10–12</a:t>
          </a:r>
          <a:br>
            <a:rPr lang="en-IN" sz="1300" kern="1200" dirty="0"/>
          </a:br>
          <a:r>
            <a:rPr lang="en-IN" sz="1300" kern="1200" dirty="0"/>
            <a:t>Testing, debugging, Docker deployment and final demonstration</a:t>
          </a:r>
        </a:p>
      </dsp:txBody>
      <dsp:txXfrm>
        <a:off x="11021767" y="2256560"/>
        <a:ext cx="1313609" cy="1313661"/>
      </dsp:txXfrm>
    </dsp:sp>
    <dsp:sp modelId="{04D7963F-6299-4BE3-ACF3-B799D0EDD0AD}">
      <dsp:nvSpPr>
        <dsp:cNvPr id="0" name=""/>
        <dsp:cNvSpPr/>
      </dsp:nvSpPr>
      <dsp:spPr>
        <a:xfrm rot="2700000">
          <a:off x="8656407"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642013-AEDF-4C1B-8CDB-4875A7211AD7}">
      <dsp:nvSpPr>
        <dsp:cNvPr id="0" name=""/>
        <dsp:cNvSpPr/>
      </dsp:nvSpPr>
      <dsp:spPr>
        <a:xfrm>
          <a:off x="8722638"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5. SOA Integration &amp; UI</a:t>
          </a:r>
          <a:br>
            <a:rPr lang="en-IN" sz="1400" kern="1200" dirty="0"/>
          </a:br>
          <a:r>
            <a:rPr lang="en-IN" sz="1400" i="1" kern="1200" dirty="0"/>
            <a:t>Weeks 7–10</a:t>
          </a:r>
          <a:br>
            <a:rPr lang="en-IN" sz="1400" kern="1200" dirty="0"/>
          </a:br>
          <a:r>
            <a:rPr lang="en-IN" sz="1400" kern="1200" dirty="0"/>
            <a:t>Service integration, dashboard and user interface</a:t>
          </a:r>
        </a:p>
      </dsp:txBody>
      <dsp:txXfrm>
        <a:off x="8985610" y="2256560"/>
        <a:ext cx="1313609" cy="1313661"/>
      </dsp:txXfrm>
    </dsp:sp>
    <dsp:sp modelId="{2F3D0E46-23EE-47A2-96A0-56A6AB1712EB}">
      <dsp:nvSpPr>
        <dsp:cNvPr id="0" name=""/>
        <dsp:cNvSpPr/>
      </dsp:nvSpPr>
      <dsp:spPr>
        <a:xfrm rot="2700000">
          <a:off x="6620250"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F7BB27-6798-4514-AF4E-0F699046228E}">
      <dsp:nvSpPr>
        <dsp:cNvPr id="0" name=""/>
        <dsp:cNvSpPr/>
      </dsp:nvSpPr>
      <dsp:spPr>
        <a:xfrm>
          <a:off x="6686481"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IN" sz="1300" b="1" kern="1200" dirty="0"/>
            <a:t>4. AI &amp; Intelligent Response</a:t>
          </a:r>
          <a:br>
            <a:rPr lang="en-IN" sz="1300" kern="1200" dirty="0"/>
          </a:br>
          <a:r>
            <a:rPr lang="en-IN" sz="1300" i="1" kern="1200" dirty="0"/>
            <a:t>Weeks 5–7</a:t>
          </a:r>
          <a:br>
            <a:rPr lang="en-IN" sz="1300" kern="1200" dirty="0"/>
          </a:br>
          <a:r>
            <a:rPr lang="en-IN" sz="1300" kern="1200" dirty="0"/>
            <a:t>AI detection, risk assessment, notification and alert routing</a:t>
          </a:r>
        </a:p>
      </dsp:txBody>
      <dsp:txXfrm>
        <a:off x="6949453" y="2256560"/>
        <a:ext cx="1313609" cy="1313661"/>
      </dsp:txXfrm>
    </dsp:sp>
    <dsp:sp modelId="{378A2A89-3BC1-406A-9145-9FCA0DD01186}">
      <dsp:nvSpPr>
        <dsp:cNvPr id="0" name=""/>
        <dsp:cNvSpPr/>
      </dsp:nvSpPr>
      <dsp:spPr>
        <a:xfrm rot="2700000">
          <a:off x="4584094"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012308-3456-4621-BF23-DBB089FFA586}">
      <dsp:nvSpPr>
        <dsp:cNvPr id="0" name=""/>
        <dsp:cNvSpPr/>
      </dsp:nvSpPr>
      <dsp:spPr>
        <a:xfrm>
          <a:off x="4650324"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3. Core Development</a:t>
          </a:r>
          <a:br>
            <a:rPr lang="en-IN" sz="1400" kern="1200" dirty="0"/>
          </a:br>
          <a:r>
            <a:rPr lang="en-IN" sz="1400" i="1" kern="1200" dirty="0"/>
            <a:t>Weeks 3–5</a:t>
          </a:r>
          <a:br>
            <a:rPr lang="en-IN" sz="1400" kern="1200" dirty="0"/>
          </a:br>
          <a:r>
            <a:rPr lang="en-IN" sz="1400" kern="1200" dirty="0"/>
            <a:t>AI Assistant, SOS, Location and core services</a:t>
          </a:r>
        </a:p>
      </dsp:txBody>
      <dsp:txXfrm>
        <a:off x="4912044" y="2256560"/>
        <a:ext cx="1313609" cy="1313661"/>
      </dsp:txXfrm>
    </dsp:sp>
    <dsp:sp modelId="{7C1F2995-ADEE-4A08-BD23-8A126527E78E}">
      <dsp:nvSpPr>
        <dsp:cNvPr id="0" name=""/>
        <dsp:cNvSpPr/>
      </dsp:nvSpPr>
      <dsp:spPr>
        <a:xfrm rot="2700000">
          <a:off x="2547937"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9CB254-2D08-4BD8-966C-F07958D8C46D}">
      <dsp:nvSpPr>
        <dsp:cNvPr id="0" name=""/>
        <dsp:cNvSpPr/>
      </dsp:nvSpPr>
      <dsp:spPr>
        <a:xfrm>
          <a:off x="2614167"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2. Architecture &amp; Design</a:t>
          </a:r>
          <a:br>
            <a:rPr lang="en-IN" sz="1400" kern="1200" dirty="0"/>
          </a:br>
          <a:r>
            <a:rPr lang="en-IN" sz="1400" i="1" kern="1200" dirty="0"/>
            <a:t>Weeks 2–3</a:t>
          </a:r>
          <a:br>
            <a:rPr lang="en-IN" sz="1400" kern="1200" dirty="0"/>
          </a:br>
          <a:r>
            <a:rPr lang="en-IN" sz="1400" kern="1200" dirty="0"/>
            <a:t>AI Assistant, SOA architecture, database and API design</a:t>
          </a:r>
        </a:p>
      </dsp:txBody>
      <dsp:txXfrm>
        <a:off x="2875887" y="2256560"/>
        <a:ext cx="1313609" cy="1313661"/>
      </dsp:txXfrm>
    </dsp:sp>
    <dsp:sp modelId="{51C5A5E7-3A7B-41EE-BB43-E56E300132AC}">
      <dsp:nvSpPr>
        <dsp:cNvPr id="0" name=""/>
        <dsp:cNvSpPr/>
      </dsp:nvSpPr>
      <dsp:spPr>
        <a:xfrm rot="2700000">
          <a:off x="511780"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C576D1-E14C-400F-9D97-2F31583A690B}">
      <dsp:nvSpPr>
        <dsp:cNvPr id="0" name=""/>
        <dsp:cNvSpPr/>
      </dsp:nvSpPr>
      <dsp:spPr>
        <a:xfrm>
          <a:off x="576758"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1. Requirements &amp; Research</a:t>
          </a:r>
          <a:br>
            <a:rPr lang="en-IN" sz="1400" kern="1200" dirty="0"/>
          </a:br>
          <a:r>
            <a:rPr lang="en-IN" sz="1400" i="1" kern="1200" dirty="0"/>
            <a:t>Weeks 1–2</a:t>
          </a:r>
          <a:br>
            <a:rPr lang="en-IN" sz="1400" kern="1200" dirty="0"/>
          </a:br>
          <a:r>
            <a:rPr lang="en-IN" sz="1400" kern="1200" dirty="0"/>
            <a:t>Problem analysis, requirements and literature survey</a:t>
          </a:r>
        </a:p>
      </dsp:txBody>
      <dsp:txXfrm>
        <a:off x="839730" y="2256560"/>
        <a:ext cx="1313609" cy="1313661"/>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8/19/2026</a:t>
            </a:fld>
            <a:endParaRPr lang="en-US"/>
          </a:p>
        </p:txBody>
      </p:sp>
      <p:sp>
        <p:nvSpPr>
          <p:cNvPr id="4" name="Slide Image Placeholder 3"/>
          <p:cNvSpPr>
            <a:spLocks noGrp="1" noRot="1" noChangeAspect="1"/>
          </p:cNvSpPr>
          <p:nvPr>
            <p:ph type="sldImg" idx="2"/>
          </p:nvPr>
        </p:nvSpPr>
        <p:spPr>
          <a:xfrm>
            <a:off x="903288" y="1143000"/>
            <a:ext cx="5051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1002182" rtl="0" eaLnBrk="1" latinLnBrk="0" hangingPunct="1">
      <a:defRPr sz="1315" kern="1200">
        <a:solidFill>
          <a:schemeClr val="tx1"/>
        </a:solidFill>
        <a:latin typeface="+mn-lt"/>
        <a:ea typeface="+mn-ea"/>
        <a:cs typeface="+mn-cs"/>
      </a:defRPr>
    </a:lvl1pPr>
    <a:lvl2pPr marL="501091" algn="l" defTabSz="1002182" rtl="0" eaLnBrk="1" latinLnBrk="0" hangingPunct="1">
      <a:defRPr sz="1315" kern="1200">
        <a:solidFill>
          <a:schemeClr val="tx1"/>
        </a:solidFill>
        <a:latin typeface="+mn-lt"/>
        <a:ea typeface="+mn-ea"/>
        <a:cs typeface="+mn-cs"/>
      </a:defRPr>
    </a:lvl2pPr>
    <a:lvl3pPr marL="1002182" algn="l" defTabSz="1002182" rtl="0" eaLnBrk="1" latinLnBrk="0" hangingPunct="1">
      <a:defRPr sz="1315" kern="1200">
        <a:solidFill>
          <a:schemeClr val="tx1"/>
        </a:solidFill>
        <a:latin typeface="+mn-lt"/>
        <a:ea typeface="+mn-ea"/>
        <a:cs typeface="+mn-cs"/>
      </a:defRPr>
    </a:lvl3pPr>
    <a:lvl4pPr marL="1503274" algn="l" defTabSz="1002182" rtl="0" eaLnBrk="1" latinLnBrk="0" hangingPunct="1">
      <a:defRPr sz="1315" kern="1200">
        <a:solidFill>
          <a:schemeClr val="tx1"/>
        </a:solidFill>
        <a:latin typeface="+mn-lt"/>
        <a:ea typeface="+mn-ea"/>
        <a:cs typeface="+mn-cs"/>
      </a:defRPr>
    </a:lvl4pPr>
    <a:lvl5pPr marL="2004365" algn="l" defTabSz="1002182" rtl="0" eaLnBrk="1" latinLnBrk="0" hangingPunct="1">
      <a:defRPr sz="1315" kern="1200">
        <a:solidFill>
          <a:schemeClr val="tx1"/>
        </a:solidFill>
        <a:latin typeface="+mn-lt"/>
        <a:ea typeface="+mn-ea"/>
        <a:cs typeface="+mn-cs"/>
      </a:defRPr>
    </a:lvl5pPr>
    <a:lvl6pPr marL="2505456" algn="l" defTabSz="1002182" rtl="0" eaLnBrk="1" latinLnBrk="0" hangingPunct="1">
      <a:defRPr sz="1315" kern="1200">
        <a:solidFill>
          <a:schemeClr val="tx1"/>
        </a:solidFill>
        <a:latin typeface="+mn-lt"/>
        <a:ea typeface="+mn-ea"/>
        <a:cs typeface="+mn-cs"/>
      </a:defRPr>
    </a:lvl6pPr>
    <a:lvl7pPr marL="3006547" algn="l" defTabSz="1002182" rtl="0" eaLnBrk="1" latinLnBrk="0" hangingPunct="1">
      <a:defRPr sz="1315" kern="1200">
        <a:solidFill>
          <a:schemeClr val="tx1"/>
        </a:solidFill>
        <a:latin typeface="+mn-lt"/>
        <a:ea typeface="+mn-ea"/>
        <a:cs typeface="+mn-cs"/>
      </a:defRPr>
    </a:lvl7pPr>
    <a:lvl8pPr marL="3507638" algn="l" defTabSz="1002182" rtl="0" eaLnBrk="1" latinLnBrk="0" hangingPunct="1">
      <a:defRPr sz="1315" kern="1200">
        <a:solidFill>
          <a:schemeClr val="tx1"/>
        </a:solidFill>
        <a:latin typeface="+mn-lt"/>
        <a:ea typeface="+mn-ea"/>
        <a:cs typeface="+mn-cs"/>
      </a:defRPr>
    </a:lvl8pPr>
    <a:lvl9pPr marL="4008730" algn="l" defTabSz="1002182" rtl="0" eaLnBrk="1" latinLnBrk="0" hangingPunct="1">
      <a:defRPr sz="131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3288" y="1143000"/>
            <a:ext cx="5051425" cy="3086100"/>
          </a:xfrm>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3288" y="1143000"/>
            <a:ext cx="5051425" cy="30861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620044" y="1296173"/>
            <a:ext cx="9720263" cy="2757347"/>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620044" y="4159854"/>
            <a:ext cx="9720263" cy="191217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84274" y="1974511"/>
            <a:ext cx="11178302" cy="329451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84274" y="5300193"/>
            <a:ext cx="11178302" cy="173250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91024" y="2108344"/>
            <a:ext cx="5508149"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561177" y="2108344"/>
            <a:ext cx="5508149"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92712" y="421669"/>
            <a:ext cx="11178302" cy="1530841"/>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92713" y="1941510"/>
            <a:ext cx="5482835" cy="9515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92713" y="2893014"/>
            <a:ext cx="5482835"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561177" y="1941510"/>
            <a:ext cx="5509837" cy="9515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561177" y="2893014"/>
            <a:ext cx="5509837"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92713" y="528002"/>
            <a:ext cx="4180050" cy="1848009"/>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509837" y="1140340"/>
            <a:ext cx="6561177" cy="56283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92713" y="2376011"/>
            <a:ext cx="4180050" cy="440185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92713" y="528002"/>
            <a:ext cx="4180050" cy="1848009"/>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509837" y="1140340"/>
            <a:ext cx="6561177" cy="5628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92713" y="2376011"/>
            <a:ext cx="4180050" cy="440185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9274751" y="421669"/>
            <a:ext cx="2794575" cy="67118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91024" y="421669"/>
            <a:ext cx="8221722" cy="6711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20044" y="1296173"/>
            <a:ext cx="9720263" cy="2757347"/>
          </a:xfrm>
        </p:spPr>
        <p:txBody>
          <a:bodyPr anchor="b"/>
          <a:lstStyle>
            <a:lvl1pPr algn="ctr">
              <a:defRPr sz="6378"/>
            </a:lvl1pPr>
          </a:lstStyle>
          <a:p>
            <a:r>
              <a:rPr lang="en-US"/>
              <a:t>Click to edit Master title style</a:t>
            </a:r>
            <a:endParaRPr lang="en-US" dirty="0"/>
          </a:p>
        </p:txBody>
      </p:sp>
      <p:sp>
        <p:nvSpPr>
          <p:cNvPr id="3" name="Subtitle 2"/>
          <p:cNvSpPr>
            <a:spLocks noGrp="1"/>
          </p:cNvSpPr>
          <p:nvPr>
            <p:ph type="subTitle" idx="1"/>
          </p:nvPr>
        </p:nvSpPr>
        <p:spPr>
          <a:xfrm>
            <a:off x="1620044" y="4159854"/>
            <a:ext cx="9720263" cy="1912175"/>
          </a:xfrm>
        </p:spPr>
        <p:txBody>
          <a:bodyPr/>
          <a:lstStyle>
            <a:lvl1pPr marL="0" indent="0" algn="ctr">
              <a:buNone/>
              <a:defRPr sz="2551"/>
            </a:lvl1pPr>
            <a:lvl2pPr marL="486004" indent="0" algn="ctr">
              <a:buNone/>
              <a:defRPr sz="2126"/>
            </a:lvl2pPr>
            <a:lvl3pPr marL="972007" indent="0" algn="ctr">
              <a:buNone/>
              <a:defRPr sz="1913"/>
            </a:lvl3pPr>
            <a:lvl4pPr marL="1458011" indent="0" algn="ctr">
              <a:buNone/>
              <a:defRPr sz="1701"/>
            </a:lvl4pPr>
            <a:lvl5pPr marL="1944014" indent="0" algn="ctr">
              <a:buNone/>
              <a:defRPr sz="1701"/>
            </a:lvl5pPr>
            <a:lvl6pPr marL="2430018" indent="0" algn="ctr">
              <a:buNone/>
              <a:defRPr sz="1701"/>
            </a:lvl6pPr>
            <a:lvl7pPr marL="2916022" indent="0" algn="ctr">
              <a:buNone/>
              <a:defRPr sz="1701"/>
            </a:lvl7pPr>
            <a:lvl8pPr marL="3402025" indent="0" algn="ctr">
              <a:buNone/>
              <a:defRPr sz="1701"/>
            </a:lvl8pPr>
            <a:lvl9pPr marL="3888029" indent="0" algn="ctr">
              <a:buNone/>
              <a:defRPr sz="170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39928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25912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84274" y="1974511"/>
            <a:ext cx="11178302" cy="3294515"/>
          </a:xfrm>
        </p:spPr>
        <p:txBody>
          <a:bodyPr anchor="b"/>
          <a:lstStyle>
            <a:lvl1pPr>
              <a:defRPr sz="6378"/>
            </a:lvl1pPr>
          </a:lstStyle>
          <a:p>
            <a:r>
              <a:rPr lang="en-US"/>
              <a:t>Click to edit Master title style</a:t>
            </a:r>
            <a:endParaRPr lang="en-US" dirty="0"/>
          </a:p>
        </p:txBody>
      </p:sp>
      <p:sp>
        <p:nvSpPr>
          <p:cNvPr id="3" name="Text Placeholder 2"/>
          <p:cNvSpPr>
            <a:spLocks noGrp="1"/>
          </p:cNvSpPr>
          <p:nvPr>
            <p:ph type="body" idx="1"/>
          </p:nvPr>
        </p:nvSpPr>
        <p:spPr>
          <a:xfrm>
            <a:off x="884274" y="5300193"/>
            <a:ext cx="11178302" cy="1732508"/>
          </a:xfrm>
        </p:spPr>
        <p:txBody>
          <a:bodyPr/>
          <a:lstStyle>
            <a:lvl1pPr marL="0" indent="0">
              <a:buNone/>
              <a:defRPr sz="2551">
                <a:solidFill>
                  <a:schemeClr val="tx1">
                    <a:tint val="75000"/>
                  </a:schemeClr>
                </a:solidFill>
              </a:defRPr>
            </a:lvl1pPr>
            <a:lvl2pPr marL="486004" indent="0">
              <a:buNone/>
              <a:defRPr sz="2126">
                <a:solidFill>
                  <a:schemeClr val="tx1">
                    <a:tint val="75000"/>
                  </a:schemeClr>
                </a:solidFill>
              </a:defRPr>
            </a:lvl2pPr>
            <a:lvl3pPr marL="972007" indent="0">
              <a:buNone/>
              <a:defRPr sz="1913">
                <a:solidFill>
                  <a:schemeClr val="tx1">
                    <a:tint val="75000"/>
                  </a:schemeClr>
                </a:solidFill>
              </a:defRPr>
            </a:lvl3pPr>
            <a:lvl4pPr marL="1458011" indent="0">
              <a:buNone/>
              <a:defRPr sz="1701">
                <a:solidFill>
                  <a:schemeClr val="tx1">
                    <a:tint val="75000"/>
                  </a:schemeClr>
                </a:solidFill>
              </a:defRPr>
            </a:lvl4pPr>
            <a:lvl5pPr marL="1944014" indent="0">
              <a:buNone/>
              <a:defRPr sz="1701">
                <a:solidFill>
                  <a:schemeClr val="tx1">
                    <a:tint val="75000"/>
                  </a:schemeClr>
                </a:solidFill>
              </a:defRPr>
            </a:lvl5pPr>
            <a:lvl6pPr marL="2430018" indent="0">
              <a:buNone/>
              <a:defRPr sz="1701">
                <a:solidFill>
                  <a:schemeClr val="tx1">
                    <a:tint val="75000"/>
                  </a:schemeClr>
                </a:solidFill>
              </a:defRPr>
            </a:lvl6pPr>
            <a:lvl7pPr marL="2916022" indent="0">
              <a:buNone/>
              <a:defRPr sz="1701">
                <a:solidFill>
                  <a:schemeClr val="tx1">
                    <a:tint val="75000"/>
                  </a:schemeClr>
                </a:solidFill>
              </a:defRPr>
            </a:lvl7pPr>
            <a:lvl8pPr marL="3402025" indent="0">
              <a:buNone/>
              <a:defRPr sz="1701">
                <a:solidFill>
                  <a:schemeClr val="tx1">
                    <a:tint val="75000"/>
                  </a:schemeClr>
                </a:solidFill>
              </a:defRPr>
            </a:lvl8pPr>
            <a:lvl9pPr marL="3888029" indent="0">
              <a:buNone/>
              <a:defRPr sz="170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7622132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91024" y="2108344"/>
            <a:ext cx="5508149"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61177" y="2108344"/>
            <a:ext cx="5508149"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19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4012465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92712" y="421669"/>
            <a:ext cx="11178302" cy="1530841"/>
          </a:xfrm>
        </p:spPr>
        <p:txBody>
          <a:bodyPr/>
          <a:lstStyle/>
          <a:p>
            <a:r>
              <a:rPr lang="en-US"/>
              <a:t>Click to edit Master title style</a:t>
            </a:r>
            <a:endParaRPr lang="en-US" dirty="0"/>
          </a:p>
        </p:txBody>
      </p:sp>
      <p:sp>
        <p:nvSpPr>
          <p:cNvPr id="3" name="Text Placeholder 2"/>
          <p:cNvSpPr>
            <a:spLocks noGrp="1"/>
          </p:cNvSpPr>
          <p:nvPr>
            <p:ph type="body" idx="1"/>
          </p:nvPr>
        </p:nvSpPr>
        <p:spPr>
          <a:xfrm>
            <a:off x="892713" y="1941510"/>
            <a:ext cx="5482835" cy="951504"/>
          </a:xfrm>
        </p:spPr>
        <p:txBody>
          <a:bodyPr anchor="b"/>
          <a:lstStyle>
            <a:lvl1pPr marL="0" indent="0">
              <a:buNone/>
              <a:defRPr sz="2551" b="1"/>
            </a:lvl1pPr>
            <a:lvl2pPr marL="486004" indent="0">
              <a:buNone/>
              <a:defRPr sz="2126" b="1"/>
            </a:lvl2pPr>
            <a:lvl3pPr marL="972007" indent="0">
              <a:buNone/>
              <a:defRPr sz="1913" b="1"/>
            </a:lvl3pPr>
            <a:lvl4pPr marL="1458011" indent="0">
              <a:buNone/>
              <a:defRPr sz="1701" b="1"/>
            </a:lvl4pPr>
            <a:lvl5pPr marL="1944014" indent="0">
              <a:buNone/>
              <a:defRPr sz="1701" b="1"/>
            </a:lvl5pPr>
            <a:lvl6pPr marL="2430018" indent="0">
              <a:buNone/>
              <a:defRPr sz="1701" b="1"/>
            </a:lvl6pPr>
            <a:lvl7pPr marL="2916022" indent="0">
              <a:buNone/>
              <a:defRPr sz="1701" b="1"/>
            </a:lvl7pPr>
            <a:lvl8pPr marL="3402025" indent="0">
              <a:buNone/>
              <a:defRPr sz="1701" b="1"/>
            </a:lvl8pPr>
            <a:lvl9pPr marL="3888029" indent="0">
              <a:buNone/>
              <a:defRPr sz="1701" b="1"/>
            </a:lvl9pPr>
          </a:lstStyle>
          <a:p>
            <a:pPr lvl="0"/>
            <a:r>
              <a:rPr lang="en-US"/>
              <a:t>Click to edit Master text styles</a:t>
            </a:r>
          </a:p>
        </p:txBody>
      </p:sp>
      <p:sp>
        <p:nvSpPr>
          <p:cNvPr id="4" name="Content Placeholder 3"/>
          <p:cNvSpPr>
            <a:spLocks noGrp="1"/>
          </p:cNvSpPr>
          <p:nvPr>
            <p:ph sz="half" idx="2"/>
          </p:nvPr>
        </p:nvSpPr>
        <p:spPr>
          <a:xfrm>
            <a:off x="892713" y="2893014"/>
            <a:ext cx="5482835"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61177" y="1941510"/>
            <a:ext cx="5509837" cy="951504"/>
          </a:xfrm>
        </p:spPr>
        <p:txBody>
          <a:bodyPr anchor="b"/>
          <a:lstStyle>
            <a:lvl1pPr marL="0" indent="0">
              <a:buNone/>
              <a:defRPr sz="2551" b="1"/>
            </a:lvl1pPr>
            <a:lvl2pPr marL="486004" indent="0">
              <a:buNone/>
              <a:defRPr sz="2126" b="1"/>
            </a:lvl2pPr>
            <a:lvl3pPr marL="972007" indent="0">
              <a:buNone/>
              <a:defRPr sz="1913" b="1"/>
            </a:lvl3pPr>
            <a:lvl4pPr marL="1458011" indent="0">
              <a:buNone/>
              <a:defRPr sz="1701" b="1"/>
            </a:lvl4pPr>
            <a:lvl5pPr marL="1944014" indent="0">
              <a:buNone/>
              <a:defRPr sz="1701" b="1"/>
            </a:lvl5pPr>
            <a:lvl6pPr marL="2430018" indent="0">
              <a:buNone/>
              <a:defRPr sz="1701" b="1"/>
            </a:lvl6pPr>
            <a:lvl7pPr marL="2916022" indent="0">
              <a:buNone/>
              <a:defRPr sz="1701" b="1"/>
            </a:lvl7pPr>
            <a:lvl8pPr marL="3402025" indent="0">
              <a:buNone/>
              <a:defRPr sz="1701" b="1"/>
            </a:lvl8pPr>
            <a:lvl9pPr marL="3888029" indent="0">
              <a:buNone/>
              <a:defRPr sz="1701" b="1"/>
            </a:lvl9pPr>
          </a:lstStyle>
          <a:p>
            <a:pPr lvl="0"/>
            <a:r>
              <a:rPr lang="en-US"/>
              <a:t>Click to edit Master text styles</a:t>
            </a:r>
          </a:p>
        </p:txBody>
      </p:sp>
      <p:sp>
        <p:nvSpPr>
          <p:cNvPr id="6" name="Content Placeholder 5"/>
          <p:cNvSpPr>
            <a:spLocks noGrp="1"/>
          </p:cNvSpPr>
          <p:nvPr>
            <p:ph sz="quarter" idx="4"/>
          </p:nvPr>
        </p:nvSpPr>
        <p:spPr>
          <a:xfrm>
            <a:off x="6561177" y="2893014"/>
            <a:ext cx="5509837"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19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5215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19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905384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19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73562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2713" y="528002"/>
            <a:ext cx="4180050" cy="1848009"/>
          </a:xfrm>
        </p:spPr>
        <p:txBody>
          <a:bodyPr anchor="b"/>
          <a:lstStyle>
            <a:lvl1pPr>
              <a:defRPr sz="3402"/>
            </a:lvl1pPr>
          </a:lstStyle>
          <a:p>
            <a:r>
              <a:rPr lang="en-US"/>
              <a:t>Click to edit Master title style</a:t>
            </a:r>
            <a:endParaRPr lang="en-US" dirty="0"/>
          </a:p>
        </p:txBody>
      </p:sp>
      <p:sp>
        <p:nvSpPr>
          <p:cNvPr id="3" name="Content Placeholder 2"/>
          <p:cNvSpPr>
            <a:spLocks noGrp="1"/>
          </p:cNvSpPr>
          <p:nvPr>
            <p:ph idx="1"/>
          </p:nvPr>
        </p:nvSpPr>
        <p:spPr>
          <a:xfrm>
            <a:off x="5509837" y="1140340"/>
            <a:ext cx="6561177" cy="5628360"/>
          </a:xfrm>
        </p:spPr>
        <p:txBody>
          <a:bodyPr/>
          <a:lstStyle>
            <a:lvl1pPr>
              <a:defRPr sz="3402"/>
            </a:lvl1pPr>
            <a:lvl2pPr>
              <a:defRPr sz="2976"/>
            </a:lvl2pPr>
            <a:lvl3pPr>
              <a:defRPr sz="2551"/>
            </a:lvl3pPr>
            <a:lvl4pPr>
              <a:defRPr sz="2126"/>
            </a:lvl4pPr>
            <a:lvl5pPr>
              <a:defRPr sz="2126"/>
            </a:lvl5pPr>
            <a:lvl6pPr>
              <a:defRPr sz="2126"/>
            </a:lvl6pPr>
            <a:lvl7pPr>
              <a:defRPr sz="2126"/>
            </a:lvl7pPr>
            <a:lvl8pPr>
              <a:defRPr sz="2126"/>
            </a:lvl8pPr>
            <a:lvl9pPr>
              <a:defRPr sz="21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92713" y="2376011"/>
            <a:ext cx="4180050" cy="4401855"/>
          </a:xfrm>
        </p:spPr>
        <p:txBody>
          <a:bodyPr/>
          <a:lstStyle>
            <a:lvl1pPr marL="0" indent="0">
              <a:buNone/>
              <a:defRPr sz="1701"/>
            </a:lvl1pPr>
            <a:lvl2pPr marL="486004" indent="0">
              <a:buNone/>
              <a:defRPr sz="1488"/>
            </a:lvl2pPr>
            <a:lvl3pPr marL="972007" indent="0">
              <a:buNone/>
              <a:defRPr sz="1276"/>
            </a:lvl3pPr>
            <a:lvl4pPr marL="1458011" indent="0">
              <a:buNone/>
              <a:defRPr sz="1063"/>
            </a:lvl4pPr>
            <a:lvl5pPr marL="1944014" indent="0">
              <a:buNone/>
              <a:defRPr sz="1063"/>
            </a:lvl5pPr>
            <a:lvl6pPr marL="2430018" indent="0">
              <a:buNone/>
              <a:defRPr sz="1063"/>
            </a:lvl6pPr>
            <a:lvl7pPr marL="2916022" indent="0">
              <a:buNone/>
              <a:defRPr sz="1063"/>
            </a:lvl7pPr>
            <a:lvl8pPr marL="3402025" indent="0">
              <a:buNone/>
              <a:defRPr sz="1063"/>
            </a:lvl8pPr>
            <a:lvl9pPr marL="3888029" indent="0">
              <a:buNone/>
              <a:defRPr sz="1063"/>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19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969261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2713" y="528002"/>
            <a:ext cx="4180050" cy="1848009"/>
          </a:xfrm>
        </p:spPr>
        <p:txBody>
          <a:bodyPr anchor="b"/>
          <a:lstStyle>
            <a:lvl1pPr>
              <a:defRPr sz="3402"/>
            </a:lvl1pPr>
          </a:lstStyle>
          <a:p>
            <a:r>
              <a:rPr lang="en-US"/>
              <a:t>Click to edit Master title style</a:t>
            </a:r>
            <a:endParaRPr lang="en-US" dirty="0"/>
          </a:p>
        </p:txBody>
      </p:sp>
      <p:sp>
        <p:nvSpPr>
          <p:cNvPr id="3" name="Picture Placeholder 2"/>
          <p:cNvSpPr>
            <a:spLocks noGrp="1" noChangeAspect="1"/>
          </p:cNvSpPr>
          <p:nvPr>
            <p:ph type="pic" idx="1"/>
          </p:nvPr>
        </p:nvSpPr>
        <p:spPr>
          <a:xfrm>
            <a:off x="5509837" y="1140340"/>
            <a:ext cx="6561177" cy="5628360"/>
          </a:xfrm>
        </p:spPr>
        <p:txBody>
          <a:bodyPr anchor="t"/>
          <a:lstStyle>
            <a:lvl1pPr marL="0" indent="0">
              <a:buNone/>
              <a:defRPr sz="3402"/>
            </a:lvl1pPr>
            <a:lvl2pPr marL="486004" indent="0">
              <a:buNone/>
              <a:defRPr sz="2976"/>
            </a:lvl2pPr>
            <a:lvl3pPr marL="972007" indent="0">
              <a:buNone/>
              <a:defRPr sz="2551"/>
            </a:lvl3pPr>
            <a:lvl4pPr marL="1458011" indent="0">
              <a:buNone/>
              <a:defRPr sz="2126"/>
            </a:lvl4pPr>
            <a:lvl5pPr marL="1944014" indent="0">
              <a:buNone/>
              <a:defRPr sz="2126"/>
            </a:lvl5pPr>
            <a:lvl6pPr marL="2430018" indent="0">
              <a:buNone/>
              <a:defRPr sz="2126"/>
            </a:lvl6pPr>
            <a:lvl7pPr marL="2916022" indent="0">
              <a:buNone/>
              <a:defRPr sz="2126"/>
            </a:lvl7pPr>
            <a:lvl8pPr marL="3402025" indent="0">
              <a:buNone/>
              <a:defRPr sz="2126"/>
            </a:lvl8pPr>
            <a:lvl9pPr marL="3888029" indent="0">
              <a:buNone/>
              <a:defRPr sz="2126"/>
            </a:lvl9pPr>
          </a:lstStyle>
          <a:p>
            <a:r>
              <a:rPr lang="en-US"/>
              <a:t>Click icon to add picture</a:t>
            </a:r>
            <a:endParaRPr lang="en-US" dirty="0"/>
          </a:p>
        </p:txBody>
      </p:sp>
      <p:sp>
        <p:nvSpPr>
          <p:cNvPr id="4" name="Text Placeholder 3"/>
          <p:cNvSpPr>
            <a:spLocks noGrp="1"/>
          </p:cNvSpPr>
          <p:nvPr>
            <p:ph type="body" sz="half" idx="2"/>
          </p:nvPr>
        </p:nvSpPr>
        <p:spPr>
          <a:xfrm>
            <a:off x="892713" y="2376011"/>
            <a:ext cx="4180050" cy="4401855"/>
          </a:xfrm>
        </p:spPr>
        <p:txBody>
          <a:bodyPr/>
          <a:lstStyle>
            <a:lvl1pPr marL="0" indent="0">
              <a:buNone/>
              <a:defRPr sz="1701"/>
            </a:lvl1pPr>
            <a:lvl2pPr marL="486004" indent="0">
              <a:buNone/>
              <a:defRPr sz="1488"/>
            </a:lvl2pPr>
            <a:lvl3pPr marL="972007" indent="0">
              <a:buNone/>
              <a:defRPr sz="1276"/>
            </a:lvl3pPr>
            <a:lvl4pPr marL="1458011" indent="0">
              <a:buNone/>
              <a:defRPr sz="1063"/>
            </a:lvl4pPr>
            <a:lvl5pPr marL="1944014" indent="0">
              <a:buNone/>
              <a:defRPr sz="1063"/>
            </a:lvl5pPr>
            <a:lvl6pPr marL="2430018" indent="0">
              <a:buNone/>
              <a:defRPr sz="1063"/>
            </a:lvl6pPr>
            <a:lvl7pPr marL="2916022" indent="0">
              <a:buNone/>
              <a:defRPr sz="1063"/>
            </a:lvl7pPr>
            <a:lvl8pPr marL="3402025" indent="0">
              <a:buNone/>
              <a:defRPr sz="1063"/>
            </a:lvl8pPr>
            <a:lvl9pPr marL="3888029" indent="0">
              <a:buNone/>
              <a:defRPr sz="1063"/>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19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1819429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635395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4751" y="421669"/>
            <a:ext cx="2794575" cy="67118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91024" y="421669"/>
            <a:ext cx="8221722" cy="6711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624872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91024" y="421669"/>
            <a:ext cx="11178302" cy="153084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91024" y="2108344"/>
            <a:ext cx="11178302" cy="5025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91024" y="7340702"/>
            <a:ext cx="2916079" cy="421669"/>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8/19/2026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293116" y="7340702"/>
            <a:ext cx="4374118" cy="421669"/>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9153247" y="7340702"/>
            <a:ext cx="2916079" cy="421669"/>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024" y="421669"/>
            <a:ext cx="11178302" cy="153084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91024" y="2108344"/>
            <a:ext cx="11178302" cy="5025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91024" y="7340702"/>
            <a:ext cx="2916079" cy="421669"/>
          </a:xfrm>
          <a:prstGeom prst="rect">
            <a:avLst/>
          </a:prstGeom>
        </p:spPr>
        <p:txBody>
          <a:bodyPr vert="horz" lIns="91440" tIns="45720" rIns="91440" bIns="45720" rtlCol="0" anchor="ctr"/>
          <a:lstStyle>
            <a:lvl1pPr algn="l">
              <a:defRPr sz="1276">
                <a:solidFill>
                  <a:schemeClr val="tx1">
                    <a:tint val="75000"/>
                  </a:schemeClr>
                </a:solidFill>
              </a:defRPr>
            </a:lvl1pPr>
          </a:lstStyle>
          <a:p>
            <a:fld id="{E227863A-4956-4659-9192-3D74DA4F7578}" type="datetimeFigureOut">
              <a:rPr lang="en-US" smtClean="0"/>
              <a:t>8/19/2026</a:t>
            </a:fld>
            <a:endParaRPr lang="en-US"/>
          </a:p>
        </p:txBody>
      </p:sp>
      <p:sp>
        <p:nvSpPr>
          <p:cNvPr id="5" name="Footer Placeholder 4"/>
          <p:cNvSpPr>
            <a:spLocks noGrp="1"/>
          </p:cNvSpPr>
          <p:nvPr>
            <p:ph type="ftr" sz="quarter" idx="3"/>
          </p:nvPr>
        </p:nvSpPr>
        <p:spPr>
          <a:xfrm>
            <a:off x="4293116" y="7340702"/>
            <a:ext cx="4374118" cy="421669"/>
          </a:xfrm>
          <a:prstGeom prst="rect">
            <a:avLst/>
          </a:prstGeom>
        </p:spPr>
        <p:txBody>
          <a:bodyPr vert="horz" lIns="91440" tIns="45720" rIns="91440" bIns="45720" rtlCol="0" anchor="ctr"/>
          <a:lstStyle>
            <a:lvl1pPr algn="ctr">
              <a:defRPr sz="1276">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53247" y="7340702"/>
            <a:ext cx="2916079" cy="421669"/>
          </a:xfrm>
          <a:prstGeom prst="rect">
            <a:avLst/>
          </a:prstGeom>
        </p:spPr>
        <p:txBody>
          <a:bodyPr vert="horz" lIns="91440" tIns="45720" rIns="91440" bIns="45720" rtlCol="0" anchor="ctr"/>
          <a:lstStyle>
            <a:lvl1pPr algn="r">
              <a:defRPr sz="1276">
                <a:solidFill>
                  <a:schemeClr val="tx1">
                    <a:tint val="75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240161759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72007" rtl="0" eaLnBrk="1" latinLnBrk="0" hangingPunct="1">
        <a:lnSpc>
          <a:spcPct val="90000"/>
        </a:lnSpc>
        <a:spcBef>
          <a:spcPct val="0"/>
        </a:spcBef>
        <a:buNone/>
        <a:defRPr sz="4677" kern="1200">
          <a:solidFill>
            <a:schemeClr val="tx1"/>
          </a:solidFill>
          <a:latin typeface="+mj-lt"/>
          <a:ea typeface="+mj-ea"/>
          <a:cs typeface="+mj-cs"/>
        </a:defRPr>
      </a:lvl1pPr>
    </p:titleStyle>
    <p:bodyStyle>
      <a:lvl1pPr marL="243002" indent="-243002" algn="l" defTabSz="972007" rtl="0" eaLnBrk="1" latinLnBrk="0" hangingPunct="1">
        <a:lnSpc>
          <a:spcPct val="90000"/>
        </a:lnSpc>
        <a:spcBef>
          <a:spcPts val="1063"/>
        </a:spcBef>
        <a:buFont typeface="Arial" panose="020B0604020202020204" pitchFamily="34" charset="0"/>
        <a:buChar char="•"/>
        <a:defRPr sz="2976" kern="1200">
          <a:solidFill>
            <a:schemeClr val="tx1"/>
          </a:solidFill>
          <a:latin typeface="+mn-lt"/>
          <a:ea typeface="+mn-ea"/>
          <a:cs typeface="+mn-cs"/>
        </a:defRPr>
      </a:lvl1pPr>
      <a:lvl2pPr marL="729005" indent="-243002" algn="l" defTabSz="972007" rtl="0" eaLnBrk="1" latinLnBrk="0" hangingPunct="1">
        <a:lnSpc>
          <a:spcPct val="90000"/>
        </a:lnSpc>
        <a:spcBef>
          <a:spcPts val="532"/>
        </a:spcBef>
        <a:buFont typeface="Arial" panose="020B0604020202020204" pitchFamily="34" charset="0"/>
        <a:buChar char="•"/>
        <a:defRPr sz="2551" kern="1200">
          <a:solidFill>
            <a:schemeClr val="tx1"/>
          </a:solidFill>
          <a:latin typeface="+mn-lt"/>
          <a:ea typeface="+mn-ea"/>
          <a:cs typeface="+mn-cs"/>
        </a:defRPr>
      </a:lvl2pPr>
      <a:lvl3pPr marL="1215009" indent="-243002" algn="l" defTabSz="972007" rtl="0" eaLnBrk="1" latinLnBrk="0" hangingPunct="1">
        <a:lnSpc>
          <a:spcPct val="90000"/>
        </a:lnSpc>
        <a:spcBef>
          <a:spcPts val="532"/>
        </a:spcBef>
        <a:buFont typeface="Arial" panose="020B0604020202020204" pitchFamily="34" charset="0"/>
        <a:buChar char="•"/>
        <a:defRPr sz="2126" kern="1200">
          <a:solidFill>
            <a:schemeClr val="tx1"/>
          </a:solidFill>
          <a:latin typeface="+mn-lt"/>
          <a:ea typeface="+mn-ea"/>
          <a:cs typeface="+mn-cs"/>
        </a:defRPr>
      </a:lvl3pPr>
      <a:lvl4pPr marL="1701013"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4pPr>
      <a:lvl5pPr marL="2187016"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5pPr>
      <a:lvl6pPr marL="2673020"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6pPr>
      <a:lvl7pPr marL="3159023"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7pPr>
      <a:lvl8pPr marL="3645027"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8pPr>
      <a:lvl9pPr marL="4131031"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9pPr>
    </p:bodyStyle>
    <p:otherStyle>
      <a:defPPr>
        <a:defRPr lang="en-US"/>
      </a:defPPr>
      <a:lvl1pPr marL="0" algn="l" defTabSz="972007" rtl="0" eaLnBrk="1" latinLnBrk="0" hangingPunct="1">
        <a:defRPr sz="1913" kern="1200">
          <a:solidFill>
            <a:schemeClr val="tx1"/>
          </a:solidFill>
          <a:latin typeface="+mn-lt"/>
          <a:ea typeface="+mn-ea"/>
          <a:cs typeface="+mn-cs"/>
        </a:defRPr>
      </a:lvl1pPr>
      <a:lvl2pPr marL="486004" algn="l" defTabSz="972007" rtl="0" eaLnBrk="1" latinLnBrk="0" hangingPunct="1">
        <a:defRPr sz="1913" kern="1200">
          <a:solidFill>
            <a:schemeClr val="tx1"/>
          </a:solidFill>
          <a:latin typeface="+mn-lt"/>
          <a:ea typeface="+mn-ea"/>
          <a:cs typeface="+mn-cs"/>
        </a:defRPr>
      </a:lvl2pPr>
      <a:lvl3pPr marL="972007" algn="l" defTabSz="972007" rtl="0" eaLnBrk="1" latinLnBrk="0" hangingPunct="1">
        <a:defRPr sz="1913" kern="1200">
          <a:solidFill>
            <a:schemeClr val="tx1"/>
          </a:solidFill>
          <a:latin typeface="+mn-lt"/>
          <a:ea typeface="+mn-ea"/>
          <a:cs typeface="+mn-cs"/>
        </a:defRPr>
      </a:lvl3pPr>
      <a:lvl4pPr marL="1458011" algn="l" defTabSz="972007" rtl="0" eaLnBrk="1" latinLnBrk="0" hangingPunct="1">
        <a:defRPr sz="1913" kern="1200">
          <a:solidFill>
            <a:schemeClr val="tx1"/>
          </a:solidFill>
          <a:latin typeface="+mn-lt"/>
          <a:ea typeface="+mn-ea"/>
          <a:cs typeface="+mn-cs"/>
        </a:defRPr>
      </a:lvl4pPr>
      <a:lvl5pPr marL="1944014" algn="l" defTabSz="972007" rtl="0" eaLnBrk="1" latinLnBrk="0" hangingPunct="1">
        <a:defRPr sz="1913" kern="1200">
          <a:solidFill>
            <a:schemeClr val="tx1"/>
          </a:solidFill>
          <a:latin typeface="+mn-lt"/>
          <a:ea typeface="+mn-ea"/>
          <a:cs typeface="+mn-cs"/>
        </a:defRPr>
      </a:lvl5pPr>
      <a:lvl6pPr marL="2430018" algn="l" defTabSz="972007" rtl="0" eaLnBrk="1" latinLnBrk="0" hangingPunct="1">
        <a:defRPr sz="1913" kern="1200">
          <a:solidFill>
            <a:schemeClr val="tx1"/>
          </a:solidFill>
          <a:latin typeface="+mn-lt"/>
          <a:ea typeface="+mn-ea"/>
          <a:cs typeface="+mn-cs"/>
        </a:defRPr>
      </a:lvl6pPr>
      <a:lvl7pPr marL="2916022" algn="l" defTabSz="972007" rtl="0" eaLnBrk="1" latinLnBrk="0" hangingPunct="1">
        <a:defRPr sz="1913" kern="1200">
          <a:solidFill>
            <a:schemeClr val="tx1"/>
          </a:solidFill>
          <a:latin typeface="+mn-lt"/>
          <a:ea typeface="+mn-ea"/>
          <a:cs typeface="+mn-cs"/>
        </a:defRPr>
      </a:lvl7pPr>
      <a:lvl8pPr marL="3402025" algn="l" defTabSz="972007" rtl="0" eaLnBrk="1" latinLnBrk="0" hangingPunct="1">
        <a:defRPr sz="1913" kern="1200">
          <a:solidFill>
            <a:schemeClr val="tx1"/>
          </a:solidFill>
          <a:latin typeface="+mn-lt"/>
          <a:ea typeface="+mn-ea"/>
          <a:cs typeface="+mn-cs"/>
        </a:defRPr>
      </a:lvl8pPr>
      <a:lvl9pPr marL="3888029" algn="l" defTabSz="972007" rtl="0" eaLnBrk="1" latinLnBrk="0" hangingPunct="1">
        <a:defRPr sz="19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3379787" y="339923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Thursday, August 20</a:t>
            </a:r>
            <a:r>
              <a:rPr lang="en-IN" sz="2000" b="1" baseline="30000" dirty="0">
                <a:solidFill>
                  <a:srgbClr val="FF0000"/>
                </a:solidFill>
                <a:latin typeface="Times New Roman" panose="02020603050405020304" pitchFamily="18" charset="0"/>
                <a:cs typeface="Times New Roman" panose="02020603050405020304" pitchFamily="18" charset="0"/>
              </a:rPr>
              <a:t>th</a:t>
            </a:r>
            <a:r>
              <a:rPr lang="en-IN" sz="2000" b="1" dirty="0">
                <a:solidFill>
                  <a:srgbClr val="FF0000"/>
                </a:solidFill>
                <a:latin typeface="Times New Roman" panose="02020603050405020304" pitchFamily="18" charset="0"/>
                <a:cs typeface="Times New Roman" panose="02020603050405020304" pitchFamily="18" charset="0"/>
              </a:rPr>
              <a:t>, 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220062696"/>
              </p:ext>
            </p:extLst>
          </p:nvPr>
        </p:nvGraphicFramePr>
        <p:xfrm>
          <a:off x="8577446" y="5429528"/>
          <a:ext cx="3702050" cy="97536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B Akhil Varma - 2420030141</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K. Vamsidhar - 2420030341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K.V.S. Jaswanth - 2420030467</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422455" y="529657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4108838424"/>
              </p:ext>
            </p:extLst>
          </p:nvPr>
        </p:nvGraphicFramePr>
        <p:xfrm>
          <a:off x="-411638" y="5305144"/>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Srikanth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Cherukuvada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826694" y="509356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fld id="{6AC1C3D7-1A78-437F-8E79-FA9F45001D93}" type="datetime3">
              <a:rPr lang="en-US" b="1" smtClean="0"/>
              <a:t>19 August 2026</a:t>
            </a:fld>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RTOS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1022350" y="1300286"/>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defRPr/>
            </a:pPr>
            <a:endParaRPr lang="en-US" sz="1400" b="1" dirty="0">
              <a:solidFill>
                <a:srgbClr val="C00000"/>
              </a:solidFill>
              <a:latin typeface="Times New Roman" panose="02020603050405020304" pitchFamily="18" charset="0"/>
              <a:cs typeface="Times New Roman" panose="02020603050405020304" pitchFamily="18" charset="0"/>
            </a:endParaRPr>
          </a:p>
          <a:p>
            <a:pPr algn="ctr" defTabSz="914400">
              <a:defRPr/>
            </a:pPr>
            <a:endParaRPr lang="en-US" sz="2800" b="1" dirty="0">
              <a:solidFill>
                <a:schemeClr val="bg1"/>
              </a:solidFill>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633555" y="531019"/>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1122363" y="1341877"/>
            <a:ext cx="10715625" cy="1508105"/>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SafeGuardian AI: Agentic Women Safety and Intelligent SOS Response Platform</a:t>
            </a:r>
            <a:br>
              <a:rPr lang="en-IN" sz="2800" b="1" dirty="0">
                <a:solidFill>
                  <a:schemeClr val="bg1"/>
                </a:solidFill>
                <a:latin typeface="Times New Roman" panose="02020603050405020304" pitchFamily="18" charset="0"/>
                <a:cs typeface="Times New Roman" panose="02020603050405020304" pitchFamily="18" charset="0"/>
              </a:rPr>
            </a:br>
            <a:endParaRPr lang="en-US" sz="3600" dirty="0">
              <a:solidFill>
                <a:schemeClr val="bg1"/>
              </a:solidFill>
              <a:latin typeface="Calibri" panose="020F0502020204030204"/>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1122363" y="277782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defTabSz="457200">
              <a:defRPr/>
            </a:pPr>
            <a:fld id="{ACBBD2AD-CA4B-40B7-B7F6-5A567EB7E4C0}" type="datetime3">
              <a:rPr lang="en-US">
                <a:solidFill>
                  <a:prstClr val="black">
                    <a:tint val="75000"/>
                  </a:prstClr>
                </a:solidFill>
                <a:latin typeface="Calibri" panose="020F0502020204030204"/>
              </a:rPr>
              <a:pPr defTabSz="457200">
                <a:defRPr/>
              </a:pPr>
              <a:t>19 August 2026</a:t>
            </a:fld>
            <a:endParaRPr lang="en-IN" dirty="0">
              <a:solidFill>
                <a:prstClr val="black">
                  <a:tint val="75000"/>
                </a:prstClr>
              </a:solidFill>
              <a:latin typeface="Calibri" panose="020F0502020204030204"/>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defTabSz="457200">
              <a:defRPr/>
            </a:pPr>
            <a:r>
              <a:rPr lang="en-IN" dirty="0">
                <a:solidFill>
                  <a:prstClr val="black">
                    <a:tint val="75000"/>
                  </a:prstClr>
                </a:solidFill>
                <a:latin typeface="Calibri" panose="020F0502020204030204"/>
              </a:rPr>
              <a:t>Ph.D. Viva Voce</a:t>
            </a: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defTabSz="457200">
              <a:defRPr/>
            </a:pPr>
            <a:fld id="{5A3A418F-4DEE-4BB1-940B-1145D135750E}" type="slidenum">
              <a:rPr lang="en-IN">
                <a:solidFill>
                  <a:prstClr val="black">
                    <a:tint val="75000"/>
                  </a:prstClr>
                </a:solidFill>
                <a:latin typeface="Calibri" panose="020F0502020204030204"/>
              </a:rPr>
              <a:pPr defTabSz="457200">
                <a:defRPr/>
              </a:pPr>
              <a:t>2</a:t>
            </a:fld>
            <a:endParaRPr lang="en-IN" dirty="0">
              <a:solidFill>
                <a:prstClr val="black">
                  <a:tint val="75000"/>
                </a:prstClr>
              </a:solidFill>
              <a:latin typeface="Calibri" panose="020F0502020204030204"/>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405081" y="70456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defTabSz="457200">
              <a:defRPr/>
            </a:pPr>
            <a:r>
              <a:rPr lang="en-IN" sz="3600" b="1" dirty="0">
                <a:ln w="0"/>
                <a:solidFill>
                  <a:srgbClr val="4472C4"/>
                </a:solidFill>
                <a:latin typeface="Times New Roman" panose="02020603050405020304" pitchFamily="18" charset="0"/>
                <a:ea typeface="Cambria"/>
                <a:cs typeface="Times New Roman" panose="02020603050405020304" pitchFamily="18" charset="0"/>
              </a:rPr>
              <a:t>Outline of Research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385536" y="190901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buSzPts val="2520"/>
                <a:buFont typeface="Arial" panose="020B0604020202020204" pitchFamily="34" charset="0"/>
                <a:buChar char="•"/>
                <a:tabLst>
                  <a:tab pos="444500" algn="l"/>
                </a:tabLst>
                <a:defRPr/>
              </a:pPr>
              <a:r>
                <a:rPr lang="en-US" sz="2000" b="1" dirty="0">
                  <a:solidFill>
                    <a:prstClr val="white"/>
                  </a:solidFill>
                  <a:latin typeface="Times New Roman" pitchFamily="18" charset="0"/>
                  <a:ea typeface="Calibri"/>
                  <a:cs typeface="Times New Roman" pitchFamily="18" charset="0"/>
                  <a:sym typeface="Calibri"/>
                </a:rPr>
                <a:t>Challenges</a:t>
              </a:r>
            </a:p>
            <a:p>
              <a:pPr marL="430213" indent="-342900" defTabSz="457200">
                <a:lnSpc>
                  <a:spcPct val="150000"/>
                </a:lnSpc>
                <a:buSzPts val="2520"/>
                <a:buFont typeface="Arial" panose="020B0604020202020204" pitchFamily="34" charset="0"/>
                <a:buChar char="•"/>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buSzPts val="2520"/>
                <a:buFont typeface="Arial" panose="020B0604020202020204" pitchFamily="34" charset="0"/>
                <a:buChar char="•"/>
                <a:tabLst>
                  <a:tab pos="444500" algn="l"/>
                </a:tabLst>
                <a:defRPr/>
              </a:pPr>
              <a:r>
                <a:rPr lang="en-US" sz="1800" b="1" dirty="0">
                  <a:solidFill>
                    <a:prstClr val="white"/>
                  </a:solidFill>
                  <a:latin typeface="Times New Roman" pitchFamily="18" charset="0"/>
                  <a:ea typeface="Calibri"/>
                  <a:cs typeface="Times New Roman" pitchFamily="18" charset="0"/>
                  <a:sym typeface="Calibri"/>
                </a:rPr>
                <a:t>Research Objectives</a:t>
              </a:r>
            </a:p>
            <a:p>
              <a:pPr marL="430213" indent="-342900" defTabSz="457200">
                <a:lnSpc>
                  <a:spcPct val="150000"/>
                </a:lnSpc>
                <a:buSzPts val="2520"/>
                <a:buFont typeface="Arial" panose="020B0604020202020204" pitchFamily="34" charset="0"/>
                <a:buChar char="•"/>
                <a:tabLst>
                  <a:tab pos="444500" algn="l"/>
                </a:tabLst>
                <a:defRPr/>
              </a:pPr>
              <a:endParaRPr lang="en-US" sz="1800" b="1" dirty="0">
                <a:solidFill>
                  <a:prstClr val="black"/>
                </a:solidFill>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spcBef>
                  <a:spcPts val="504"/>
                </a:spcBef>
                <a:buSzPts val="2520"/>
                <a:buFont typeface="Arial" panose="020B0604020202020204" pitchFamily="34" charset="0"/>
                <a:buChar char="•"/>
                <a:tabLst>
                  <a:tab pos="444500" algn="l"/>
                </a:tabLst>
                <a:defRPr/>
              </a:pPr>
              <a:r>
                <a:rPr lang="en-US" sz="1800" b="1" dirty="0">
                  <a:solidFill>
                    <a:prstClr val="white"/>
                  </a:solidFill>
                  <a:latin typeface="Times New Roman" pitchFamily="18" charset="0"/>
                  <a:ea typeface="Calibri"/>
                  <a:cs typeface="Times New Roman" pitchFamily="18" charset="0"/>
                  <a:sym typeface="Calibri"/>
                </a:rPr>
                <a:t>Conclusion &amp; Future Work</a:t>
              </a:r>
            </a:p>
            <a:p>
              <a:pPr marL="430213" indent="-342900" defTabSz="457200">
                <a:lnSpc>
                  <a:spcPct val="150000"/>
                </a:lnSpc>
                <a:spcBef>
                  <a:spcPts val="504"/>
                </a:spcBef>
                <a:buSzPts val="2520"/>
                <a:buFont typeface="Arial" panose="020B0604020202020204" pitchFamily="34" charset="0"/>
                <a:buChar char="•"/>
                <a:tabLst>
                  <a:tab pos="444500" algn="l"/>
                </a:tabLst>
                <a:defRPr/>
              </a:pPr>
              <a:endParaRPr lang="en-US" sz="1800" b="1" dirty="0">
                <a:solidFill>
                  <a:prstClr val="black"/>
                </a:solidFill>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spcBef>
                  <a:spcPts val="504"/>
                </a:spcBef>
                <a:buSzPts val="2520"/>
                <a:buFont typeface="Arial" panose="020B0604020202020204" pitchFamily="34" charset="0"/>
                <a:buChar char="•"/>
                <a:tabLst>
                  <a:tab pos="444500" algn="l"/>
                </a:tabLst>
                <a:defRPr/>
              </a:pPr>
              <a:r>
                <a:rPr lang="en-US" sz="2000" b="1" dirty="0">
                  <a:solidFill>
                    <a:prstClr val="white"/>
                  </a:solidFill>
                  <a:latin typeface="Times New Roman" pitchFamily="18" charset="0"/>
                  <a:ea typeface="Calibri"/>
                  <a:cs typeface="Times New Roman" pitchFamily="18" charset="0"/>
                  <a:sym typeface="Calibri"/>
                </a:rPr>
                <a:t>References</a:t>
              </a:r>
              <a:br>
                <a:rPr lang="en-US" sz="1800" b="1" dirty="0">
                  <a:solidFill>
                    <a:prstClr val="white"/>
                  </a:solidFill>
                  <a:latin typeface="Times New Roman" pitchFamily="18" charset="0"/>
                  <a:ea typeface="Calibri"/>
                  <a:cs typeface="Times New Roman" pitchFamily="18" charset="0"/>
                  <a:sym typeface="Calibri"/>
                </a:rPr>
              </a:br>
              <a:endParaRPr lang="en-US" sz="1800" b="1" dirty="0">
                <a:solidFill>
                  <a:prstClr val="white"/>
                </a:solidFill>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spcBef>
                  <a:spcPts val="504"/>
                </a:spcBef>
                <a:buSzPts val="2520"/>
                <a:buFont typeface="Arial" panose="020B0604020202020204" pitchFamily="34" charset="0"/>
                <a:buChar char="•"/>
                <a:tabLst>
                  <a:tab pos="444500" algn="l"/>
                </a:tabLst>
                <a:defRPr/>
              </a:pPr>
              <a:r>
                <a:rPr lang="en-US" sz="1800" b="1" dirty="0">
                  <a:solidFill>
                    <a:prstClr val="white"/>
                  </a:solidFill>
                  <a:latin typeface="Times New Roman" pitchFamily="18" charset="0"/>
                  <a:ea typeface="Calibri"/>
                  <a:cs typeface="Times New Roman" pitchFamily="18" charset="0"/>
                  <a:sym typeface="Calibri"/>
                </a:rPr>
                <a:t>Publications Details</a:t>
              </a:r>
            </a:p>
            <a:p>
              <a:pPr marL="430213" indent="-342900" defTabSz="457200">
                <a:lnSpc>
                  <a:spcPct val="150000"/>
                </a:lnSpc>
                <a:spcBef>
                  <a:spcPts val="504"/>
                </a:spcBef>
                <a:buSzPts val="2520"/>
                <a:buFont typeface="Arial" panose="020B0604020202020204" pitchFamily="34" charset="0"/>
                <a:buChar char="•"/>
                <a:tabLst>
                  <a:tab pos="444500" algn="l"/>
                </a:tabLst>
                <a:defRPr/>
              </a:pPr>
              <a:endParaRPr lang="en-US" sz="100" b="1" dirty="0">
                <a:solidFill>
                  <a:prstClr val="white"/>
                </a:solidFill>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indent="-342900">
                <a:lnSpc>
                  <a:spcPct val="150000"/>
                </a:lnSpc>
                <a:spcBef>
                  <a:spcPts val="0"/>
                </a:spcBef>
                <a:buSzPts val="2520"/>
                <a:tabLst>
                  <a:tab pos="444500" algn="l"/>
                </a:tabLst>
                <a:defRPr/>
              </a:pPr>
              <a:r>
                <a:rPr lang="en-US" sz="2000" b="1" dirty="0">
                  <a:solidFill>
                    <a:prstClr val="white"/>
                  </a:solidFill>
                  <a:latin typeface="Times New Roman" pitchFamily="18" charset="0"/>
                  <a:ea typeface="Calibri"/>
                  <a:cs typeface="Times New Roman" pitchFamily="18" charset="0"/>
                  <a:sym typeface="Calibri"/>
                </a:rPr>
                <a:t>Focus</a:t>
              </a: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504"/>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a:lnSpc>
                  <a:spcPct val="130000"/>
                </a:lnSpc>
                <a:spcBef>
                  <a:spcPts val="504"/>
                </a:spcBef>
                <a:buSzPts val="2520"/>
                <a:defRPr/>
              </a:pPr>
              <a:endParaRPr lang="en-US" sz="2200" dirty="0">
                <a:solidFill>
                  <a:prstClr val="black"/>
                </a:solidFill>
                <a:latin typeface="Times New Roman" pitchFamily="18" charset="0"/>
                <a:ea typeface="Calibri"/>
                <a:cs typeface="Times New Roman" pitchFamily="18" charset="0"/>
                <a:sym typeface="Calibri"/>
              </a:endParaRPr>
            </a:p>
            <a:p>
              <a:pPr>
                <a:lnSpc>
                  <a:spcPct val="130000"/>
                </a:lnSpc>
                <a:spcBef>
                  <a:spcPts val="504"/>
                </a:spcBef>
                <a:buSzPts val="2520"/>
                <a:defRPr/>
              </a:pPr>
              <a:endParaRPr lang="en-US" sz="2200" dirty="0">
                <a:solidFill>
                  <a:prstClr val="black"/>
                </a:solidFill>
                <a:latin typeface="Times New Roman" pitchFamily="18" charset="0"/>
                <a:ea typeface="Calibri"/>
                <a:cs typeface="Times New Roman" pitchFamily="18" charset="0"/>
                <a:sym typeface="Calibri"/>
              </a:endParaRPr>
            </a:p>
            <a:p>
              <a:pPr>
                <a:lnSpc>
                  <a:spcPct val="100000"/>
                </a:lnSpc>
                <a:spcBef>
                  <a:spcPts val="0"/>
                </a:spcBef>
                <a:defRPr/>
              </a:pPr>
              <a:endParaRPr lang="en-IN" sz="2400" dirty="0">
                <a:solidFill>
                  <a:prstClr val="black"/>
                </a:solidFill>
                <a:latin typeface="Times New Roman" panose="02020603050405020304" pitchFamily="18" charset="0"/>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indent="-342900">
                <a:lnSpc>
                  <a:spcPct val="150000"/>
                </a:lnSpc>
                <a:spcBef>
                  <a:spcPts val="0"/>
                </a:spcBef>
                <a:buSzPts val="2520"/>
                <a:tabLst>
                  <a:tab pos="444500" algn="l"/>
                </a:tabLst>
                <a:defRPr/>
              </a:pPr>
              <a:r>
                <a:rPr lang="en-US" sz="2000" b="1" dirty="0">
                  <a:solidFill>
                    <a:prstClr val="white"/>
                  </a:solidFill>
                  <a:latin typeface="Times New Roman" pitchFamily="18" charset="0"/>
                  <a:ea typeface="Calibri"/>
                  <a:cs typeface="Times New Roman" pitchFamily="18" charset="0"/>
                  <a:sym typeface="Calibri"/>
                </a:rPr>
                <a:t>Introduction</a:t>
              </a: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504"/>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a:lnSpc>
                  <a:spcPct val="130000"/>
                </a:lnSpc>
                <a:spcBef>
                  <a:spcPts val="504"/>
                </a:spcBef>
                <a:buSzPts val="2520"/>
                <a:defRPr/>
              </a:pPr>
              <a:endParaRPr lang="en-US" sz="2200" dirty="0">
                <a:solidFill>
                  <a:prstClr val="black"/>
                </a:solidFill>
                <a:latin typeface="Times New Roman" pitchFamily="18" charset="0"/>
                <a:ea typeface="Calibri"/>
                <a:cs typeface="Times New Roman" pitchFamily="18" charset="0"/>
                <a:sym typeface="Calibri"/>
              </a:endParaRPr>
            </a:p>
            <a:p>
              <a:pPr>
                <a:lnSpc>
                  <a:spcPct val="130000"/>
                </a:lnSpc>
                <a:spcBef>
                  <a:spcPts val="504"/>
                </a:spcBef>
                <a:buSzPts val="2520"/>
                <a:defRPr/>
              </a:pPr>
              <a:endParaRPr lang="en-US" sz="2200" dirty="0">
                <a:solidFill>
                  <a:prstClr val="black"/>
                </a:solidFill>
                <a:latin typeface="Times New Roman" pitchFamily="18" charset="0"/>
                <a:ea typeface="Calibri"/>
                <a:cs typeface="Times New Roman" pitchFamily="18" charset="0"/>
                <a:sym typeface="Calibri"/>
              </a:endParaRPr>
            </a:p>
            <a:p>
              <a:pPr>
                <a:lnSpc>
                  <a:spcPct val="100000"/>
                </a:lnSpc>
                <a:spcBef>
                  <a:spcPts val="0"/>
                </a:spcBef>
                <a:defRPr/>
              </a:pPr>
              <a:endParaRPr lang="en-IN" sz="2400" dirty="0">
                <a:solidFill>
                  <a:prstClr val="black"/>
                </a:solidFill>
                <a:latin typeface="Times New Roman" panose="02020603050405020304" pitchFamily="18" charset="0"/>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buSzPts val="2520"/>
                <a:buFont typeface="Arial" panose="020B0604020202020204" pitchFamily="34" charset="0"/>
                <a:buChar char="•"/>
                <a:tabLst>
                  <a:tab pos="444500" algn="l"/>
                </a:tabLst>
                <a:defRPr/>
              </a:pPr>
              <a:r>
                <a:rPr lang="en-US" sz="2040" b="1" dirty="0">
                  <a:solidFill>
                    <a:prstClr val="white"/>
                  </a:solidFill>
                  <a:latin typeface="Times New Roman" pitchFamily="18" charset="0"/>
                  <a:ea typeface="Calibri"/>
                  <a:cs typeface="Times New Roman" pitchFamily="18" charset="0"/>
                  <a:sym typeface="Calibri"/>
                </a:rPr>
                <a:t>Literature Survey</a:t>
              </a:r>
              <a:endParaRPr lang="en-US" sz="2040" b="1" dirty="0">
                <a:solidFill>
                  <a:prstClr val="black"/>
                </a:solidFill>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25685" y="64643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633555" y="531019"/>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4376072" y="101325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2" name="TextBox 1">
            <a:extLst>
              <a:ext uri="{FF2B5EF4-FFF2-40B4-BE49-F238E27FC236}">
                <a16:creationId xmlns:a16="http://schemas.microsoft.com/office/drawing/2014/main" id="{24DB2C64-D54D-FB62-DA7F-EAD0CDF07BDB}"/>
              </a:ext>
            </a:extLst>
          </p:cNvPr>
          <p:cNvSpPr txBox="1"/>
          <p:nvPr/>
        </p:nvSpPr>
        <p:spPr>
          <a:xfrm>
            <a:off x="2361235" y="2458142"/>
            <a:ext cx="8368497" cy="3128421"/>
          </a:xfrm>
          <a:prstGeom prst="rect">
            <a:avLst/>
          </a:prstGeom>
          <a:noFill/>
        </p:spPr>
        <p:txBody>
          <a:bodyPr wrap="square" rtlCol="0">
            <a:spAutoFit/>
          </a:bodyPr>
          <a:lstStyle/>
          <a:p>
            <a:r>
              <a:rPr lang="en-IN" dirty="0"/>
              <a:t>Women’s safety remains a major concern in today’s world, particularly during situations involving harassment, stalking, unsafe surroundings, or emergencies. Existing safety applications mainly depend on manual SOS activation, basic location sharing, and predefined emergency contacts, which may not be sufficient when a user is unable to interact with the phone or when the surrounding risk needs to be assessed. There is a need for an intelligent safety platform that can combine rapid SOS activation, real-time location monitoring, AI-based threat detection, risk assessment, and coordinated emergency response to provide faster and more context-aware assistance.</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432175" y="100018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4" name="TextBox 3">
            <a:extLst>
              <a:ext uri="{FF2B5EF4-FFF2-40B4-BE49-F238E27FC236}">
                <a16:creationId xmlns:a16="http://schemas.microsoft.com/office/drawing/2014/main" id="{E61F2342-2C93-CB4A-BC51-980EDF9CCA5B}"/>
              </a:ext>
            </a:extLst>
          </p:cNvPr>
          <p:cNvSpPr txBox="1"/>
          <p:nvPr/>
        </p:nvSpPr>
        <p:spPr>
          <a:xfrm>
            <a:off x="2134318" y="2458143"/>
            <a:ext cx="8603225" cy="2521203"/>
          </a:xfrm>
          <a:prstGeom prst="rect">
            <a:avLst/>
          </a:prstGeom>
          <a:noFill/>
        </p:spPr>
        <p:txBody>
          <a:bodyPr wrap="square" rtlCol="0">
            <a:spAutoFit/>
          </a:bodyPr>
          <a:lstStyle/>
          <a:p>
            <a:r>
              <a:rPr lang="en-IN" b="1" dirty="0"/>
              <a:t>To make this application:</a:t>
            </a:r>
          </a:p>
          <a:p>
            <a:pPr lvl="0"/>
            <a:r>
              <a:rPr lang="en-IN" b="1" dirty="0"/>
              <a:t>1. To make this application enable quick SOS activation</a:t>
            </a:r>
            <a:r>
              <a:rPr lang="en-IN" dirty="0"/>
              <a:t> through a simple interface or voice-based trigger with real-time location sharing. </a:t>
            </a:r>
          </a:p>
          <a:p>
            <a:pPr lvl="0"/>
            <a:r>
              <a:rPr lang="en-IN" b="1" dirty="0"/>
              <a:t>2. To make this application use an AI Assistant</a:t>
            </a:r>
            <a:r>
              <a:rPr lang="en-IN" dirty="0"/>
              <a:t> to analyse available contextual information, identify potential threats, and assess the risk level. </a:t>
            </a:r>
          </a:p>
          <a:p>
            <a:pPr lvl="0"/>
            <a:r>
              <a:rPr lang="en-IN" b="1" dirty="0"/>
              <a:t>3. To make this application provide intelligent emergency response</a:t>
            </a:r>
            <a:r>
              <a:rPr lang="en-IN" dirty="0"/>
              <a:t> by using </a:t>
            </a:r>
            <a:r>
              <a:rPr lang="en-IN" b="1" dirty="0"/>
              <a:t>SOA-integrated services</a:t>
            </a:r>
            <a:r>
              <a:rPr lang="en-IN" dirty="0"/>
              <a:t> to route alerts and incident information to appropriate trusted contacts and responders.</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3165498288"/>
              </p:ext>
            </p:extLst>
          </p:nvPr>
        </p:nvGraphicFramePr>
        <p:xfrm>
          <a:off x="0" y="896720"/>
          <a:ext cx="12960350" cy="6610207"/>
        </p:xfrm>
        <a:graphic>
          <a:graphicData uri="http://schemas.openxmlformats.org/drawingml/2006/table">
            <a:tbl>
              <a:tblPr firstRow="1" lastCol="1" bandRow="1">
                <a:tableStyleId>{BC89EF96-8CEA-46FF-86C4-4CE0E7609802}</a:tableStyleId>
              </a:tblPr>
              <a:tblGrid>
                <a:gridCol w="1212252">
                  <a:extLst>
                    <a:ext uri="{9D8B030D-6E8A-4147-A177-3AD203B41FA5}">
                      <a16:colId xmlns:a16="http://schemas.microsoft.com/office/drawing/2014/main" val="20001"/>
                    </a:ext>
                  </a:extLst>
                </a:gridCol>
                <a:gridCol w="2532790">
                  <a:extLst>
                    <a:ext uri="{9D8B030D-6E8A-4147-A177-3AD203B41FA5}">
                      <a16:colId xmlns:a16="http://schemas.microsoft.com/office/drawing/2014/main" val="20002"/>
                    </a:ext>
                  </a:extLst>
                </a:gridCol>
                <a:gridCol w="2756339">
                  <a:extLst>
                    <a:ext uri="{9D8B030D-6E8A-4147-A177-3AD203B41FA5}">
                      <a16:colId xmlns:a16="http://schemas.microsoft.com/office/drawing/2014/main" val="20003"/>
                    </a:ext>
                  </a:extLst>
                </a:gridCol>
                <a:gridCol w="3268932">
                  <a:extLst>
                    <a:ext uri="{9D8B030D-6E8A-4147-A177-3AD203B41FA5}">
                      <a16:colId xmlns:a16="http://schemas.microsoft.com/office/drawing/2014/main" val="20004"/>
                    </a:ext>
                  </a:extLst>
                </a:gridCol>
                <a:gridCol w="3190037">
                  <a:extLst>
                    <a:ext uri="{9D8B030D-6E8A-4147-A177-3AD203B41FA5}">
                      <a16:colId xmlns:a16="http://schemas.microsoft.com/office/drawing/2014/main" val="1396003017"/>
                    </a:ext>
                  </a:extLst>
                </a:gridCol>
              </a:tblGrid>
              <a:tr h="335168">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332265">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Harikiran et al. (2016)</a:t>
                      </a:r>
                    </a:p>
                  </a:txBody>
                  <a:tcPr/>
                </a:tc>
                <a:tc>
                  <a:txBody>
                    <a:bodyPr/>
                    <a:lstStyle/>
                    <a:p>
                      <a:r>
                        <a:rPr lang="en-US" sz="1400" b="0" i="0" u="none" strike="noStrike" kern="1200" dirty="0">
                          <a:solidFill>
                            <a:srgbClr val="FF0000"/>
                          </a:solidFill>
                          <a:effectLst/>
                          <a:latin typeface="Times New Roman" panose="02020603050405020304" pitchFamily="18" charset="0"/>
                          <a:ea typeface="+mn-ea"/>
                          <a:cs typeface="Times New Roman" panose="02020603050405020304" pitchFamily="18" charset="0"/>
                        </a:rPr>
                        <a:t>Smart Security Solution for Women Based on Internet of Things (IoT)</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1" i="0" kern="1200" dirty="0">
                          <a:solidFill>
                            <a:srgbClr val="FF0000"/>
                          </a:solidFill>
                          <a:effectLst/>
                          <a:latin typeface="Times New Roman" panose="02020603050405020304" pitchFamily="18" charset="0"/>
                          <a:ea typeface="+mn-ea"/>
                          <a:cs typeface="Times New Roman" panose="02020603050405020304" pitchFamily="18" charset="0"/>
                        </a:rPr>
                        <a:t>IoT-based safety device, automatic sensing, communication with nearby people/police</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rPr>
                        <a:t>Demonstrates how IoT can support automatic emergency detection and rapid assistance.</a:t>
                      </a:r>
                    </a:p>
                  </a:txBody>
                  <a:tcPr/>
                </a:tc>
                <a:tc>
                  <a:txBody>
                    <a:bodyPr/>
                    <a:lstStyle/>
                    <a:p>
                      <a:pPr marL="285750" indent="-285750" algn="l" defTabSz="914400" rtl="0" eaLnBrk="1" latinLnBrk="0" hangingPunct="1">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Primarily focuses on IoT/device-based safety rather than AI-driven contextual decision-making and coordinated software agents.</a:t>
                      </a:r>
                    </a:p>
                  </a:txBody>
                  <a:tcPr/>
                </a:tc>
                <a:extLst>
                  <a:ext uri="{0D108BD9-81ED-4DB2-BD59-A6C34878D82A}">
                    <a16:rowId xmlns:a16="http://schemas.microsoft.com/office/drawing/2014/main" val="3714155954"/>
                  </a:ext>
                </a:extLst>
              </a:tr>
              <a:tr h="1369437">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Eisenhut et al. (2020)</a:t>
                      </a:r>
                    </a:p>
                  </a:txBody>
                  <a:tcPr/>
                </a:tc>
                <a:tc>
                  <a:txBody>
                    <a:bodyPr/>
                    <a:lstStyle/>
                    <a:p>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rPr>
                        <a:t>Mobile Applications Addressing Violence Against Women: A Systematic Review</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Systematic review of 327 relevant applications; 171 included and categorized into emergency, avoidance, education, reporting/evidence, and support</a:t>
                      </a: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Found that </a:t>
                      </a:r>
                      <a:r>
                        <a:rPr lang="en-IN" sz="14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46.78%</a:t>
                      </a:r>
                      <a:r>
                        <a:rPr lang="en-IN" sz="14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of reviewed apps primarily provided emergency functions, showing that current solutions are heavily oriented toward one-time emergency response.</a:t>
                      </a:r>
                      <a:endParaRPr lang="en-US" sz="1400" b="0" i="0" u="none" kern="1200" dirty="0">
                        <a:solidFill>
                          <a:srgbClr val="FF0000"/>
                        </a:solidFill>
                        <a:effectLst/>
                        <a:latin typeface="Times New Roman" panose="02020603050405020304" pitchFamily="18" charset="0"/>
                        <a:ea typeface="Tahoma" panose="020B0604030504040204" pitchFamily="34" charset="0"/>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b="0" dirty="0">
                          <a:solidFill>
                            <a:srgbClr val="FF0000"/>
                          </a:solidFill>
                          <a:latin typeface="Times New Roman" panose="02020603050405020304" pitchFamily="18" charset="0"/>
                          <a:cs typeface="Times New Roman" panose="02020603050405020304" pitchFamily="18" charset="0"/>
                        </a:rPr>
                        <a:t>Highlights the need for further research into prevention, safety, efficacy, sustainability, and data security.</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170402">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Akram et al. (2020)</a:t>
                      </a:r>
                    </a:p>
                  </a:txBody>
                  <a:tcPr/>
                </a:tc>
                <a:tc>
                  <a:txBody>
                    <a:bodyPr/>
                    <a:lstStyle/>
                    <a:p>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rPr>
                        <a:t>Design of a Smart Safety Device for Women using IoT</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u="none" kern="1200" dirty="0">
                          <a:solidFill>
                            <a:srgbClr val="FF0000"/>
                          </a:solidFill>
                          <a:effectLst/>
                          <a:latin typeface="Times New Roman" panose="02020603050405020304" pitchFamily="18" charset="0"/>
                          <a:cs typeface="Times New Roman" panose="02020603050405020304" pitchFamily="18" charset="0"/>
                        </a:rPr>
                        <a:t>IoT safety device with fingerprint verification, automatic alerting, location support, messaging and mobile application</a:t>
                      </a: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Demonstrates integration of IoT sensing, automatic alerts, location information and communication for women's safety.</a:t>
                      </a:r>
                    </a:p>
                  </a:txBody>
                  <a:tcPr/>
                </a:tc>
                <a:tc>
                  <a:txBody>
                    <a:bodyPr/>
                    <a:lstStyle/>
                    <a:p>
                      <a:pPr marL="285750" indent="-285750" algn="l" defTabSz="914400" rtl="0" eaLnBrk="1" latinLnBrk="0" hangingPunct="1">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Hardware-oriented approach; does not provide a unified agentic AI architecture for threat assessment and intelligent response.</a:t>
                      </a:r>
                    </a:p>
                  </a:txBody>
                  <a:tcPr/>
                </a:tc>
                <a:extLst>
                  <a:ext uri="{0D108BD9-81ED-4DB2-BD59-A6C34878D82A}">
                    <a16:rowId xmlns:a16="http://schemas.microsoft.com/office/drawing/2014/main" val="2841575018"/>
                  </a:ext>
                </a:extLst>
              </a:tr>
              <a:tr h="1185090">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Doria et al. (2021)</a:t>
                      </a:r>
                    </a:p>
                  </a:txBody>
                  <a:tcPr/>
                </a:tc>
                <a:tc>
                  <a:txBody>
                    <a:bodyPr/>
                    <a:lstStyle/>
                    <a:p>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rPr>
                        <a:t>Women’s Experiences of Safety Apps for Sexualized Violence: A Narrative Scoping Review</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u="none" kern="1200" dirty="0">
                          <a:solidFill>
                            <a:srgbClr val="FF0000"/>
                          </a:solidFill>
                          <a:effectLst/>
                          <a:latin typeface="Times New Roman" panose="02020603050405020304" pitchFamily="18" charset="0"/>
                          <a:cs typeface="Times New Roman" panose="02020603050405020304" pitchFamily="18" charset="0"/>
                        </a:rPr>
                        <a:t>Systematic search and review of studies concerning women's experiences with safety applications</a:t>
                      </a: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Identified important themes including security, accessibility and knowledge, showing that usability and user experience are important alongside technical features.</a:t>
                      </a:r>
                    </a:p>
                  </a:txBody>
                  <a:tcPr/>
                </a:tc>
                <a:tc>
                  <a:txBody>
                    <a:bodyPr/>
                    <a:lstStyle/>
                    <a:p>
                      <a:pPr marL="285750" indent="-285750" algn="l" defTabSz="914400" rtl="0" eaLnBrk="1" latinLnBrk="0" hangingPunct="1">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Further research is required to address identified gaps and improve the effectiveness and usability of safety applications.</a:t>
                      </a:r>
                    </a:p>
                  </a:txBody>
                  <a:tcPr/>
                </a:tc>
                <a:extLst>
                  <a:ext uri="{0D108BD9-81ED-4DB2-BD59-A6C34878D82A}">
                    <a16:rowId xmlns:a16="http://schemas.microsoft.com/office/drawing/2014/main" val="1371010118"/>
                  </a:ext>
                </a:extLst>
              </a:tr>
              <a:tr h="1185090">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Naaz et al. (2026)</a:t>
                      </a:r>
                    </a:p>
                  </a:txBody>
                  <a:tcPr/>
                </a:tc>
                <a:tc>
                  <a:txBody>
                    <a:bodyPr/>
                    <a:lstStyle/>
                    <a:p>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rPr>
                        <a:t>Comprehensive Review on Women Safety Technologies: Indian Perspective</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u="none" kern="1200" dirty="0">
                          <a:solidFill>
                            <a:srgbClr val="FF0000"/>
                          </a:solidFill>
                          <a:effectLst/>
                          <a:latin typeface="Times New Roman" panose="02020603050405020304" pitchFamily="18" charset="0"/>
                          <a:cs typeface="Times New Roman" panose="02020603050405020304" pitchFamily="18" charset="0"/>
                        </a:rPr>
                        <a:t>Structured review of women's safety technologies including mobile applications, GPS, IoT, wearables, surveillance and ML</a:t>
                      </a: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Identifies existing technologies and emphasizes the importance of contextual relevance, accessibility, affordability and improved integration.</a:t>
                      </a:r>
                    </a:p>
                  </a:txBody>
                  <a:tcPr/>
                </a:tc>
                <a:tc>
                  <a:txBody>
                    <a:bodyPr/>
                    <a:lstStyle/>
                    <a:p>
                      <a:pPr marL="285750" indent="-285750" algn="l" defTabSz="914400" rtl="0" eaLnBrk="1" latinLnBrk="0" hangingPunct="1">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Identifies gaps in comprehensive evaluation, Indian-context research, awareness and real-world adoption.</a:t>
                      </a:r>
                    </a:p>
                  </a:txBody>
                  <a:tcPr/>
                </a:tc>
                <a:extLst>
                  <a:ext uri="{0D108BD9-81ED-4DB2-BD59-A6C34878D82A}">
                    <a16:rowId xmlns:a16="http://schemas.microsoft.com/office/drawing/2014/main" val="1035516894"/>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944740" y="331876"/>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fld id="{022A9A8C-9B92-4D48-A6C8-6870D9F00B9F}" type="datetime3">
              <a:rPr lang="en-US" smtClean="0"/>
              <a:t>19 August 2026</a:t>
            </a:fld>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r>
              <a:rPr lang="en-IN"/>
              <a:t>Ph.D. Viva Voce</a:t>
            </a: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633555" y="183777"/>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432175" y="1131098"/>
            <a:ext cx="6096000" cy="646331"/>
          </a:xfrm>
          <a:prstGeom prst="rect">
            <a:avLst/>
          </a:prstGeom>
          <a:noFill/>
        </p:spPr>
        <p:txBody>
          <a:bodyPr wrap="square">
            <a:spAutoFit/>
          </a:bodyPr>
          <a:lstStyle/>
          <a:p>
            <a:pPr algn="ctr"/>
            <a:r>
              <a:rPr lang="en-US" sz="3600" b="1" dirty="0"/>
              <a:t>Research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4" name="TextBox 3">
            <a:extLst>
              <a:ext uri="{FF2B5EF4-FFF2-40B4-BE49-F238E27FC236}">
                <a16:creationId xmlns:a16="http://schemas.microsoft.com/office/drawing/2014/main" id="{89C9E29D-303F-64DA-A1B8-0C49BB57BB7D}"/>
              </a:ext>
            </a:extLst>
          </p:cNvPr>
          <p:cNvSpPr txBox="1"/>
          <p:nvPr/>
        </p:nvSpPr>
        <p:spPr>
          <a:xfrm>
            <a:off x="1655180" y="2458142"/>
            <a:ext cx="9248171" cy="3128421"/>
          </a:xfrm>
          <a:prstGeom prst="rect">
            <a:avLst/>
          </a:prstGeom>
          <a:noFill/>
        </p:spPr>
        <p:txBody>
          <a:bodyPr wrap="square" rtlCol="0">
            <a:spAutoFit/>
          </a:bodyPr>
          <a:lstStyle/>
          <a:p>
            <a:r>
              <a:rPr lang="en-IN" dirty="0"/>
              <a:t>Existing women-safety solutions provide useful capabilities such as SOS alerts, GPS tracking, IoT sensing, audio/video-based detection and emergency communication; however, these capabilities are often implemented as individual solutions rather than being coordinated through a common intelligent system. Most existing applications focus on manual emergency activation or specific safety functions, with limited integration of contextual analysis, intelligent decision-making and coordinated service interaction. Therefore, the identified research gap is the lack of a unified platform where an AI Assistant can interact with and coordinate independent safety services through a Service-Oriented Architecture (SOA) to support intelligent risk assessment and emergency response.</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2277236" y="109837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4" name="TextBox 3">
            <a:extLst>
              <a:ext uri="{FF2B5EF4-FFF2-40B4-BE49-F238E27FC236}">
                <a16:creationId xmlns:a16="http://schemas.microsoft.com/office/drawing/2014/main" id="{58459980-33B3-54D3-7810-419DD0D2261D}"/>
              </a:ext>
            </a:extLst>
          </p:cNvPr>
          <p:cNvSpPr txBox="1"/>
          <p:nvPr/>
        </p:nvSpPr>
        <p:spPr>
          <a:xfrm>
            <a:off x="858737" y="1879286"/>
            <a:ext cx="11040038" cy="4950073"/>
          </a:xfrm>
          <a:prstGeom prst="rect">
            <a:avLst/>
          </a:prstGeom>
          <a:noFill/>
        </p:spPr>
        <p:txBody>
          <a:bodyPr wrap="square">
            <a:spAutoFit/>
          </a:bodyPr>
          <a:lstStyle/>
          <a:p>
            <a:pPr>
              <a:buNone/>
            </a:pPr>
            <a:r>
              <a:rPr lang="en-IN" b="1" dirty="0"/>
              <a:t>Proposed innovation</a:t>
            </a:r>
          </a:p>
          <a:p>
            <a:pPr>
              <a:buNone/>
            </a:pPr>
            <a:r>
              <a:rPr lang="en-IN" dirty="0"/>
              <a:t>SafeGuardian AI proposes an </a:t>
            </a:r>
            <a:r>
              <a:rPr lang="en-IN" b="1" dirty="0"/>
              <a:t>agentic safety architecture</a:t>
            </a:r>
            <a:r>
              <a:rPr lang="en-IN" dirty="0"/>
              <a:t> in which different intelligent components cooperate instead of treating SOS as a single alert operation.</a:t>
            </a:r>
          </a:p>
          <a:p>
            <a:pPr>
              <a:buNone/>
            </a:pPr>
            <a:r>
              <a:rPr lang="en-IN" b="1" dirty="0"/>
              <a:t>Key novel aspects</a:t>
            </a:r>
          </a:p>
          <a:p>
            <a:pPr lvl="0"/>
            <a:r>
              <a:rPr lang="en-IN" b="1" dirty="0"/>
              <a:t>1. AI-based Threat Assessment</a:t>
            </a:r>
            <a:br>
              <a:rPr lang="en-IN" dirty="0"/>
            </a:br>
            <a:r>
              <a:rPr lang="en-IN" dirty="0"/>
              <a:t>The AI Assistant analyses available information to identify potential threats and risk levels. </a:t>
            </a:r>
          </a:p>
          <a:p>
            <a:pPr lvl="0"/>
            <a:r>
              <a:rPr lang="en-IN" b="1" dirty="0"/>
              <a:t>2. Intelligent Alert Routing</a:t>
            </a:r>
            <a:br>
              <a:rPr lang="en-IN" dirty="0"/>
            </a:br>
            <a:r>
              <a:rPr lang="en-IN" dirty="0"/>
              <a:t>The system routes SOS alerts and incident information according to the situation and risk level. </a:t>
            </a:r>
          </a:p>
          <a:p>
            <a:pPr lvl="0"/>
            <a:r>
              <a:rPr lang="en-IN" b="1" dirty="0"/>
              <a:t>3. SOA-based Service Integration</a:t>
            </a:r>
            <a:br>
              <a:rPr lang="en-IN" dirty="0"/>
            </a:br>
            <a:r>
              <a:rPr lang="en-IN" dirty="0"/>
              <a:t>Independent services such as </a:t>
            </a:r>
            <a:r>
              <a:rPr lang="en-IN" b="1" dirty="0"/>
              <a:t>SOS, Location, AI Detection, Risk Assessment and Notification</a:t>
            </a:r>
            <a:r>
              <a:rPr lang="en-IN" dirty="0"/>
              <a:t> are integrated through SOA. </a:t>
            </a:r>
          </a:p>
          <a:p>
            <a:pPr lvl="0"/>
            <a:r>
              <a:rPr lang="en-IN" b="1" dirty="0"/>
              <a:t>4. Multi-modal SOS Activation</a:t>
            </a:r>
            <a:br>
              <a:rPr lang="en-IN" dirty="0"/>
            </a:br>
            <a:r>
              <a:rPr lang="en-IN" dirty="0"/>
              <a:t>The system supports </a:t>
            </a:r>
            <a:r>
              <a:rPr lang="en-IN" b="1" dirty="0"/>
              <a:t>quick SOS activation and voice-based interaction</a:t>
            </a:r>
            <a:r>
              <a:rPr lang="en-IN" dirty="0"/>
              <a:t> for emergency situations. </a:t>
            </a:r>
          </a:p>
          <a:p>
            <a:pPr lvl="0"/>
            <a:r>
              <a:rPr lang="en-IN" b="1" dirty="0"/>
              <a:t>5. Context-aware Emergency Response</a:t>
            </a:r>
            <a:br>
              <a:rPr lang="en-IN" dirty="0"/>
            </a:br>
            <a:r>
              <a:rPr lang="en-IN" dirty="0"/>
              <a:t>Information such as </a:t>
            </a:r>
            <a:r>
              <a:rPr lang="en-IN" b="1" dirty="0"/>
              <a:t>location, incident type and risk level</a:t>
            </a:r>
            <a:r>
              <a:rPr lang="en-IN" dirty="0"/>
              <a:t> is used to support an appropriate response.</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999555" y="1082077"/>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6" name="TextBox 5">
            <a:extLst>
              <a:ext uri="{FF2B5EF4-FFF2-40B4-BE49-F238E27FC236}">
                <a16:creationId xmlns:a16="http://schemas.microsoft.com/office/drawing/2014/main" id="{0CA9ABCB-D488-0799-4FFF-92D3DBBD5EF8}"/>
              </a:ext>
            </a:extLst>
          </p:cNvPr>
          <p:cNvSpPr txBox="1"/>
          <p:nvPr/>
        </p:nvSpPr>
        <p:spPr>
          <a:xfrm>
            <a:off x="777717" y="1997702"/>
            <a:ext cx="10982164" cy="3432030"/>
          </a:xfrm>
          <a:prstGeom prst="rect">
            <a:avLst/>
          </a:prstGeom>
          <a:noFill/>
        </p:spPr>
        <p:txBody>
          <a:bodyPr wrap="square">
            <a:spAutoFit/>
          </a:bodyPr>
          <a:lstStyle/>
          <a:p>
            <a:r>
              <a:rPr lang="en-IN" b="1" dirty="0"/>
              <a:t>Technical Feasibility</a:t>
            </a:r>
          </a:p>
          <a:p>
            <a:endParaRPr lang="en-IN" b="1" dirty="0"/>
          </a:p>
          <a:p>
            <a:pPr lvl="0"/>
            <a:r>
              <a:rPr lang="en-IN" dirty="0"/>
              <a:t>1. AI Assistant can coordinate different safety services. </a:t>
            </a:r>
          </a:p>
          <a:p>
            <a:pPr lvl="0"/>
            <a:r>
              <a:rPr lang="en-IN" dirty="0"/>
              <a:t>2. SOA enables independent services to communicate through APIs. </a:t>
            </a:r>
          </a:p>
          <a:p>
            <a:pPr lvl="0"/>
            <a:r>
              <a:rPr lang="en-IN" dirty="0"/>
              <a:t>3. Spring Boot, FastAPI, REST APIs, PostgreSQL and Docker support development and integration.</a:t>
            </a:r>
          </a:p>
          <a:p>
            <a:pPr lvl="0"/>
            <a:r>
              <a:rPr lang="en-IN" dirty="0"/>
              <a:t> </a:t>
            </a:r>
          </a:p>
          <a:p>
            <a:r>
              <a:rPr lang="en-IN" b="1" dirty="0"/>
              <a:t>Operational Feasibility</a:t>
            </a:r>
          </a:p>
          <a:p>
            <a:endParaRPr lang="en-IN" b="1" dirty="0"/>
          </a:p>
          <a:p>
            <a:pPr lvl="0"/>
            <a:r>
              <a:rPr lang="en-IN" dirty="0"/>
              <a:t>1. Users can trigger SOS through the application or voice. </a:t>
            </a:r>
          </a:p>
          <a:p>
            <a:pPr lvl="0"/>
            <a:r>
              <a:rPr lang="en-IN" dirty="0"/>
              <a:t>2. AI Assistant can coordinate safety services based on the incident. </a:t>
            </a:r>
          </a:p>
          <a:p>
            <a:pPr lvl="0"/>
            <a:r>
              <a:rPr lang="en-IN" dirty="0"/>
              <a:t>3. The system provides risk information, location and emergency alerts.</a:t>
            </a:r>
          </a:p>
        </p:txBody>
      </p:sp>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91612-8A8C-6437-F449-8E93DD1BFDC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22ACF04-36E9-34C0-E242-B9DAECFAA47B}"/>
              </a:ext>
            </a:extLst>
          </p:cNvPr>
          <p:cNvSpPr txBox="1"/>
          <p:nvPr/>
        </p:nvSpPr>
        <p:spPr>
          <a:xfrm>
            <a:off x="2999555" y="45704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8E49C154-EF04-B366-2A3F-6DF3979325D3}"/>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6" name="TextBox 5">
            <a:extLst>
              <a:ext uri="{FF2B5EF4-FFF2-40B4-BE49-F238E27FC236}">
                <a16:creationId xmlns:a16="http://schemas.microsoft.com/office/drawing/2014/main" id="{1FE4B29F-15EF-FD18-959D-EECC79037F4D}"/>
              </a:ext>
            </a:extLst>
          </p:cNvPr>
          <p:cNvSpPr txBox="1"/>
          <p:nvPr/>
        </p:nvSpPr>
        <p:spPr>
          <a:xfrm>
            <a:off x="777717" y="1893529"/>
            <a:ext cx="10982164" cy="395942"/>
          </a:xfrm>
          <a:prstGeom prst="rect">
            <a:avLst/>
          </a:prstGeom>
          <a:noFill/>
        </p:spPr>
        <p:txBody>
          <a:bodyPr wrap="square">
            <a:spAutoFit/>
          </a:bodyPr>
          <a:lstStyle/>
          <a:p>
            <a:r>
              <a:rPr lang="en-IN" b="1" dirty="0"/>
              <a:t>Time Feasibility</a:t>
            </a:r>
          </a:p>
        </p:txBody>
      </p:sp>
      <p:graphicFrame>
        <p:nvGraphicFramePr>
          <p:cNvPr id="8" name="Diagram 7">
            <a:extLst>
              <a:ext uri="{FF2B5EF4-FFF2-40B4-BE49-F238E27FC236}">
                <a16:creationId xmlns:a16="http://schemas.microsoft.com/office/drawing/2014/main" id="{0AFC70EA-4B2E-A00C-2F40-EAA838D7B66B}"/>
              </a:ext>
            </a:extLst>
          </p:cNvPr>
          <p:cNvGraphicFramePr/>
          <p:nvPr>
            <p:extLst>
              <p:ext uri="{D42A27DB-BD31-4B8C-83A1-F6EECF244321}">
                <p14:modId xmlns:p14="http://schemas.microsoft.com/office/powerpoint/2010/main" val="1962659863"/>
              </p:ext>
            </p:extLst>
          </p:nvPr>
        </p:nvGraphicFramePr>
        <p:xfrm>
          <a:off x="-23147" y="1562582"/>
          <a:ext cx="12766874" cy="58264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512164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TotalTime>
  <Words>1123</Words>
  <Application>Microsoft Office PowerPoint</Application>
  <PresentationFormat>Custom</PresentationFormat>
  <Paragraphs>116</Paragraphs>
  <Slides>9</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vt:i4>
      </vt:variant>
    </vt:vector>
  </HeadingPairs>
  <TitlesOfParts>
    <vt:vector size="17"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Vamsidhar K</cp:lastModifiedBy>
  <cp:revision>31</cp:revision>
  <dcterms:created xsi:type="dcterms:W3CDTF">2026-08-08T06:33:56Z</dcterms:created>
  <dcterms:modified xsi:type="dcterms:W3CDTF">2026-08-19T09:34:20Z</dcterms:modified>
</cp:coreProperties>
</file>