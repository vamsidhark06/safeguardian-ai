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23"/>
  </p:notesMasterIdLst>
  <p:sldIdLst>
    <p:sldId id="262" r:id="rId3"/>
    <p:sldId id="707" r:id="rId4"/>
    <p:sldId id="257" r:id="rId5"/>
    <p:sldId id="903" r:id="rId6"/>
    <p:sldId id="902" r:id="rId7"/>
    <p:sldId id="258" r:id="rId8"/>
    <p:sldId id="259" r:id="rId9"/>
    <p:sldId id="260" r:id="rId10"/>
    <p:sldId id="904" r:id="rId11"/>
    <p:sldId id="906" r:id="rId12"/>
    <p:sldId id="907" r:id="rId13"/>
    <p:sldId id="908" r:id="rId14"/>
    <p:sldId id="909" r:id="rId15"/>
    <p:sldId id="910" r:id="rId16"/>
    <p:sldId id="911" r:id="rId17"/>
    <p:sldId id="912" r:id="rId18"/>
    <p:sldId id="913" r:id="rId19"/>
    <p:sldId id="914" r:id="rId20"/>
    <p:sldId id="915" r:id="rId21"/>
    <p:sldId id="916" r:id="rId22"/>
  </p:sldIdLst>
  <p:sldSz cx="12960350" cy="7920038"/>
  <p:notesSz cx="6858000" cy="9144000"/>
  <p:defaultTextStyle>
    <a:defPPr>
      <a:defRPr lang="en-US"/>
    </a:defPPr>
    <a:lvl1pPr marL="0" algn="l" defTabSz="1002182" rtl="0" eaLnBrk="1" latinLnBrk="0" hangingPunct="1">
      <a:defRPr sz="1973" kern="1200">
        <a:solidFill>
          <a:schemeClr val="tx1"/>
        </a:solidFill>
        <a:latin typeface="+mn-lt"/>
        <a:ea typeface="+mn-ea"/>
        <a:cs typeface="+mn-cs"/>
      </a:defRPr>
    </a:lvl1pPr>
    <a:lvl2pPr marL="501091" algn="l" defTabSz="1002182" rtl="0" eaLnBrk="1" latinLnBrk="0" hangingPunct="1">
      <a:defRPr sz="1973" kern="1200">
        <a:solidFill>
          <a:schemeClr val="tx1"/>
        </a:solidFill>
        <a:latin typeface="+mn-lt"/>
        <a:ea typeface="+mn-ea"/>
        <a:cs typeface="+mn-cs"/>
      </a:defRPr>
    </a:lvl2pPr>
    <a:lvl3pPr marL="1002182" algn="l" defTabSz="1002182" rtl="0" eaLnBrk="1" latinLnBrk="0" hangingPunct="1">
      <a:defRPr sz="1973" kern="1200">
        <a:solidFill>
          <a:schemeClr val="tx1"/>
        </a:solidFill>
        <a:latin typeface="+mn-lt"/>
        <a:ea typeface="+mn-ea"/>
        <a:cs typeface="+mn-cs"/>
      </a:defRPr>
    </a:lvl3pPr>
    <a:lvl4pPr marL="1503274" algn="l" defTabSz="1002182" rtl="0" eaLnBrk="1" latinLnBrk="0" hangingPunct="1">
      <a:defRPr sz="1973" kern="1200">
        <a:solidFill>
          <a:schemeClr val="tx1"/>
        </a:solidFill>
        <a:latin typeface="+mn-lt"/>
        <a:ea typeface="+mn-ea"/>
        <a:cs typeface="+mn-cs"/>
      </a:defRPr>
    </a:lvl4pPr>
    <a:lvl5pPr marL="2004365" algn="l" defTabSz="1002182" rtl="0" eaLnBrk="1" latinLnBrk="0" hangingPunct="1">
      <a:defRPr sz="1973" kern="1200">
        <a:solidFill>
          <a:schemeClr val="tx1"/>
        </a:solidFill>
        <a:latin typeface="+mn-lt"/>
        <a:ea typeface="+mn-ea"/>
        <a:cs typeface="+mn-cs"/>
      </a:defRPr>
    </a:lvl5pPr>
    <a:lvl6pPr marL="2505456" algn="l" defTabSz="1002182" rtl="0" eaLnBrk="1" latinLnBrk="0" hangingPunct="1">
      <a:defRPr sz="1973" kern="1200">
        <a:solidFill>
          <a:schemeClr val="tx1"/>
        </a:solidFill>
        <a:latin typeface="+mn-lt"/>
        <a:ea typeface="+mn-ea"/>
        <a:cs typeface="+mn-cs"/>
      </a:defRPr>
    </a:lvl6pPr>
    <a:lvl7pPr marL="3006547" algn="l" defTabSz="1002182" rtl="0" eaLnBrk="1" latinLnBrk="0" hangingPunct="1">
      <a:defRPr sz="1973" kern="1200">
        <a:solidFill>
          <a:schemeClr val="tx1"/>
        </a:solidFill>
        <a:latin typeface="+mn-lt"/>
        <a:ea typeface="+mn-ea"/>
        <a:cs typeface="+mn-cs"/>
      </a:defRPr>
    </a:lvl7pPr>
    <a:lvl8pPr marL="3507638" algn="l" defTabSz="1002182" rtl="0" eaLnBrk="1" latinLnBrk="0" hangingPunct="1">
      <a:defRPr sz="1973" kern="1200">
        <a:solidFill>
          <a:schemeClr val="tx1"/>
        </a:solidFill>
        <a:latin typeface="+mn-lt"/>
        <a:ea typeface="+mn-ea"/>
        <a:cs typeface="+mn-cs"/>
      </a:defRPr>
    </a:lvl8pPr>
    <a:lvl9pPr marL="4008730" algn="l" defTabSz="1002182" rtl="0" eaLnBrk="1" latinLnBrk="0" hangingPunct="1">
      <a:defRPr sz="197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C8A059-974D-49F3-B935-F6D1C652C4E2}" v="24" dt="2026-09-23T10:49:45.3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109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msidhar K" userId="19570bf066fbe3c7" providerId="LiveId" clId="{D4A98EA8-8BA2-4FF8-B302-BCFE4E2D0D50}"/>
    <pc:docChg chg="undo custSel addSld delSld modSld sldOrd">
      <pc:chgData name="Vamsidhar K" userId="19570bf066fbe3c7" providerId="LiveId" clId="{D4A98EA8-8BA2-4FF8-B302-BCFE4E2D0D50}" dt="2026-09-23T11:15:59.070" v="758" actId="20577"/>
      <pc:docMkLst>
        <pc:docMk/>
      </pc:docMkLst>
      <pc:sldChg chg="modSp">
        <pc:chgData name="Vamsidhar K" userId="19570bf066fbe3c7" providerId="LiveId" clId="{D4A98EA8-8BA2-4FF8-B302-BCFE4E2D0D50}" dt="2026-09-23T10:39:18.959" v="1"/>
        <pc:sldMkLst>
          <pc:docMk/>
          <pc:sldMk cId="3524135319" sldId="259"/>
        </pc:sldMkLst>
        <pc:spChg chg="mod">
          <ac:chgData name="Vamsidhar K" userId="19570bf066fbe3c7" providerId="LiveId" clId="{D4A98EA8-8BA2-4FF8-B302-BCFE4E2D0D50}" dt="2026-09-23T10:39:18.959" v="1"/>
          <ac:spMkLst>
            <pc:docMk/>
            <pc:sldMk cId="3524135319" sldId="259"/>
            <ac:spMk id="4" creationId="{58459980-33B3-54D3-7810-419DD0D2261D}"/>
          </ac:spMkLst>
        </pc:spChg>
      </pc:sldChg>
      <pc:sldChg chg="modSp mod">
        <pc:chgData name="Vamsidhar K" userId="19570bf066fbe3c7" providerId="LiveId" clId="{D4A98EA8-8BA2-4FF8-B302-BCFE4E2D0D50}" dt="2026-09-23T11:15:59.070" v="758" actId="20577"/>
        <pc:sldMkLst>
          <pc:docMk/>
          <pc:sldMk cId="2247602601" sldId="262"/>
        </pc:sldMkLst>
        <pc:spChg chg="mod">
          <ac:chgData name="Vamsidhar K" userId="19570bf066fbe3c7" providerId="LiveId" clId="{D4A98EA8-8BA2-4FF8-B302-BCFE4E2D0D50}" dt="2026-09-23T11:15:59.070" v="758" actId="20577"/>
          <ac:spMkLst>
            <pc:docMk/>
            <pc:sldMk cId="2247602601" sldId="262"/>
            <ac:spMk id="16" creationId="{500C0830-A1CA-96AE-68D2-18C57ABE4802}"/>
          </ac:spMkLst>
        </pc:spChg>
        <pc:spChg chg="mod">
          <ac:chgData name="Vamsidhar K" userId="19570bf066fbe3c7" providerId="LiveId" clId="{D4A98EA8-8BA2-4FF8-B302-BCFE4E2D0D50}" dt="2026-09-23T11:15:43.578" v="739" actId="20577"/>
          <ac:spMkLst>
            <pc:docMk/>
            <pc:sldMk cId="2247602601" sldId="262"/>
            <ac:spMk id="17" creationId="{D25BC1A0-FDE4-1557-375E-6E0BD69BC77B}"/>
          </ac:spMkLst>
        </pc:spChg>
      </pc:sldChg>
      <pc:sldChg chg="new del">
        <pc:chgData name="Vamsidhar K" userId="19570bf066fbe3c7" providerId="LiveId" clId="{D4A98EA8-8BA2-4FF8-B302-BCFE4E2D0D50}" dt="2026-09-23T10:54:49.355" v="494" actId="47"/>
        <pc:sldMkLst>
          <pc:docMk/>
          <pc:sldMk cId="1858116901" sldId="905"/>
        </pc:sldMkLst>
      </pc:sldChg>
      <pc:sldChg chg="addSp delSp modSp add mod ord">
        <pc:chgData name="Vamsidhar K" userId="19570bf066fbe3c7" providerId="LiveId" clId="{D4A98EA8-8BA2-4FF8-B302-BCFE4E2D0D50}" dt="2026-09-23T10:41:09.611" v="90" actId="1037"/>
        <pc:sldMkLst>
          <pc:docMk/>
          <pc:sldMk cId="3728711909" sldId="906"/>
        </pc:sldMkLst>
        <pc:spChg chg="del">
          <ac:chgData name="Vamsidhar K" userId="19570bf066fbe3c7" providerId="LiveId" clId="{D4A98EA8-8BA2-4FF8-B302-BCFE4E2D0D50}" dt="2026-09-23T10:40:55.993" v="26" actId="478"/>
          <ac:spMkLst>
            <pc:docMk/>
            <pc:sldMk cId="3728711909" sldId="906"/>
            <ac:spMk id="4" creationId="{6F041CED-24D8-D718-C92F-342D95698E4C}"/>
          </ac:spMkLst>
        </pc:spChg>
        <pc:spChg chg="mod">
          <ac:chgData name="Vamsidhar K" userId="19570bf066fbe3c7" providerId="LiveId" clId="{D4A98EA8-8BA2-4FF8-B302-BCFE4E2D0D50}" dt="2026-09-23T10:41:01.953" v="51" actId="1036"/>
          <ac:spMkLst>
            <pc:docMk/>
            <pc:sldMk cId="3728711909" sldId="906"/>
            <ac:spMk id="5" creationId="{CA9AFEA0-1A83-5DC7-EB1E-A868D51CCB2E}"/>
          </ac:spMkLst>
        </pc:spChg>
        <pc:picChg chg="add mod">
          <ac:chgData name="Vamsidhar K" userId="19570bf066fbe3c7" providerId="LiveId" clId="{D4A98EA8-8BA2-4FF8-B302-BCFE4E2D0D50}" dt="2026-09-23T10:41:09.611" v="90" actId="1037"/>
          <ac:picMkLst>
            <pc:docMk/>
            <pc:sldMk cId="3728711909" sldId="906"/>
            <ac:picMk id="6" creationId="{DD7EC858-D894-A409-8E15-C036E2740DFA}"/>
          </ac:picMkLst>
        </pc:picChg>
      </pc:sldChg>
      <pc:sldChg chg="addSp modSp add mod ord">
        <pc:chgData name="Vamsidhar K" userId="19570bf066fbe3c7" providerId="LiveId" clId="{D4A98EA8-8BA2-4FF8-B302-BCFE4E2D0D50}" dt="2026-09-23T10:46:04.732" v="342" actId="1038"/>
        <pc:sldMkLst>
          <pc:docMk/>
          <pc:sldMk cId="1787295596" sldId="907"/>
        </pc:sldMkLst>
        <pc:spChg chg="mod">
          <ac:chgData name="Vamsidhar K" userId="19570bf066fbe3c7" providerId="LiveId" clId="{D4A98EA8-8BA2-4FF8-B302-BCFE4E2D0D50}" dt="2026-09-23T10:44:26.969" v="194" actId="14100"/>
          <ac:spMkLst>
            <pc:docMk/>
            <pc:sldMk cId="1787295596" sldId="907"/>
            <ac:spMk id="4" creationId="{6BB9760A-2374-AE54-E40B-20980C64594D}"/>
          </ac:spMkLst>
        </pc:spChg>
        <pc:spChg chg="mod">
          <ac:chgData name="Vamsidhar K" userId="19570bf066fbe3c7" providerId="LiveId" clId="{D4A98EA8-8BA2-4FF8-B302-BCFE4E2D0D50}" dt="2026-09-23T10:42:57.957" v="127" actId="20577"/>
          <ac:spMkLst>
            <pc:docMk/>
            <pc:sldMk cId="1787295596" sldId="907"/>
            <ac:spMk id="5" creationId="{472BA9DF-143C-E04E-1164-95870434E2CF}"/>
          </ac:spMkLst>
        </pc:spChg>
        <pc:graphicFrameChg chg="add mod modGraphic">
          <ac:chgData name="Vamsidhar K" userId="19570bf066fbe3c7" providerId="LiveId" clId="{D4A98EA8-8BA2-4FF8-B302-BCFE4E2D0D50}" dt="2026-09-23T10:46:04.732" v="342" actId="1038"/>
          <ac:graphicFrameMkLst>
            <pc:docMk/>
            <pc:sldMk cId="1787295596" sldId="907"/>
            <ac:graphicFrameMk id="2" creationId="{82A82ACB-C309-D652-B1A3-241555788007}"/>
          </ac:graphicFrameMkLst>
        </pc:graphicFrameChg>
      </pc:sldChg>
      <pc:sldChg chg="addSp delSp modSp add mod">
        <pc:chgData name="Vamsidhar K" userId="19570bf066fbe3c7" providerId="LiveId" clId="{D4A98EA8-8BA2-4FF8-B302-BCFE4E2D0D50}" dt="2026-09-23T10:47:58.353" v="387" actId="1038"/>
        <pc:sldMkLst>
          <pc:docMk/>
          <pc:sldMk cId="1187702769" sldId="908"/>
        </pc:sldMkLst>
        <pc:spChg chg="del mod">
          <ac:chgData name="Vamsidhar K" userId="19570bf066fbe3c7" providerId="LiveId" clId="{D4A98EA8-8BA2-4FF8-B302-BCFE4E2D0D50}" dt="2026-09-23T10:47:42.846" v="365"/>
          <ac:spMkLst>
            <pc:docMk/>
            <pc:sldMk cId="1187702769" sldId="908"/>
            <ac:spMk id="4" creationId="{AD8C4A19-4276-0561-6324-2B2774EA7DAA}"/>
          </ac:spMkLst>
        </pc:spChg>
        <pc:spChg chg="mod">
          <ac:chgData name="Vamsidhar K" userId="19570bf066fbe3c7" providerId="LiveId" clId="{D4A98EA8-8BA2-4FF8-B302-BCFE4E2D0D50}" dt="2026-09-23T10:47:41.713" v="363" actId="20577"/>
          <ac:spMkLst>
            <pc:docMk/>
            <pc:sldMk cId="1187702769" sldId="908"/>
            <ac:spMk id="5" creationId="{BBD4C517-B892-F11A-86FE-54F06D848E61}"/>
          </ac:spMkLst>
        </pc:spChg>
        <pc:graphicFrameChg chg="del mod">
          <ac:chgData name="Vamsidhar K" userId="19570bf066fbe3c7" providerId="LiveId" clId="{D4A98EA8-8BA2-4FF8-B302-BCFE4E2D0D50}" dt="2026-09-23T10:47:30.363" v="348" actId="478"/>
          <ac:graphicFrameMkLst>
            <pc:docMk/>
            <pc:sldMk cId="1187702769" sldId="908"/>
            <ac:graphicFrameMk id="2" creationId="{16F8CA35-8AD2-D8BB-B729-0B92DDC0B3CE}"/>
          </ac:graphicFrameMkLst>
        </pc:graphicFrameChg>
        <pc:picChg chg="add mod">
          <ac:chgData name="Vamsidhar K" userId="19570bf066fbe3c7" providerId="LiveId" clId="{D4A98EA8-8BA2-4FF8-B302-BCFE4E2D0D50}" dt="2026-09-23T10:47:58.353" v="387" actId="1038"/>
          <ac:picMkLst>
            <pc:docMk/>
            <pc:sldMk cId="1187702769" sldId="908"/>
            <ac:picMk id="7" creationId="{6C3D8605-3121-A57B-B25F-243E846556A5}"/>
          </ac:picMkLst>
        </pc:picChg>
      </pc:sldChg>
      <pc:sldChg chg="modSp add mod ord">
        <pc:chgData name="Vamsidhar K" userId="19570bf066fbe3c7" providerId="LiveId" clId="{D4A98EA8-8BA2-4FF8-B302-BCFE4E2D0D50}" dt="2026-09-23T10:49:45.306" v="492" actId="478"/>
        <pc:sldMkLst>
          <pc:docMk/>
          <pc:sldMk cId="2087784930" sldId="909"/>
        </pc:sldMkLst>
        <pc:spChg chg="mod">
          <ac:chgData name="Vamsidhar K" userId="19570bf066fbe3c7" providerId="LiveId" clId="{D4A98EA8-8BA2-4FF8-B302-BCFE4E2D0D50}" dt="2026-09-23T10:48:54.430" v="443"/>
          <ac:spMkLst>
            <pc:docMk/>
            <pc:sldMk cId="2087784930" sldId="909"/>
            <ac:spMk id="4" creationId="{E94EF0EA-98FA-28BA-6FF6-C5235F6F6612}"/>
          </ac:spMkLst>
        </pc:spChg>
        <pc:spChg chg="mod">
          <ac:chgData name="Vamsidhar K" userId="19570bf066fbe3c7" providerId="LiveId" clId="{D4A98EA8-8BA2-4FF8-B302-BCFE4E2D0D50}" dt="2026-09-23T10:48:28.839" v="418" actId="20577"/>
          <ac:spMkLst>
            <pc:docMk/>
            <pc:sldMk cId="2087784930" sldId="909"/>
            <ac:spMk id="5" creationId="{76DEA276-2211-7D23-FD6B-B0404AF7CEE1}"/>
          </ac:spMkLst>
        </pc:spChg>
        <pc:graphicFrameChg chg="mod modGraphic">
          <ac:chgData name="Vamsidhar K" userId="19570bf066fbe3c7" providerId="LiveId" clId="{D4A98EA8-8BA2-4FF8-B302-BCFE4E2D0D50}" dt="2026-09-23T10:49:45.306" v="492" actId="478"/>
          <ac:graphicFrameMkLst>
            <pc:docMk/>
            <pc:sldMk cId="2087784930" sldId="909"/>
            <ac:graphicFrameMk id="2" creationId="{C0400F4F-932D-2D4F-0A38-1050AC10C83B}"/>
          </ac:graphicFrameMkLst>
        </pc:graphicFrameChg>
      </pc:sldChg>
      <pc:sldChg chg="addSp delSp modSp add mod">
        <pc:chgData name="Vamsidhar K" userId="19570bf066fbe3c7" providerId="LiveId" clId="{D4A98EA8-8BA2-4FF8-B302-BCFE4E2D0D50}" dt="2026-09-23T10:55:50.640" v="530" actId="1037"/>
        <pc:sldMkLst>
          <pc:docMk/>
          <pc:sldMk cId="3120016051" sldId="910"/>
        </pc:sldMkLst>
        <pc:spChg chg="del mod">
          <ac:chgData name="Vamsidhar K" userId="19570bf066fbe3c7" providerId="LiveId" clId="{D4A98EA8-8BA2-4FF8-B302-BCFE4E2D0D50}" dt="2026-09-23T10:55:02.582" v="504" actId="478"/>
          <ac:spMkLst>
            <pc:docMk/>
            <pc:sldMk cId="3120016051" sldId="910"/>
            <ac:spMk id="4" creationId="{5FE7D80C-86F4-4147-2F04-AC2268448290}"/>
          </ac:spMkLst>
        </pc:spChg>
        <pc:spChg chg="mod">
          <ac:chgData name="Vamsidhar K" userId="19570bf066fbe3c7" providerId="LiveId" clId="{D4A98EA8-8BA2-4FF8-B302-BCFE4E2D0D50}" dt="2026-09-23T10:54:54.262" v="501" actId="20577"/>
          <ac:spMkLst>
            <pc:docMk/>
            <pc:sldMk cId="3120016051" sldId="910"/>
            <ac:spMk id="5" creationId="{9FF3DF4E-498E-C033-D8C4-1B3A8EE03FB7}"/>
          </ac:spMkLst>
        </pc:spChg>
        <pc:graphicFrameChg chg="del">
          <ac:chgData name="Vamsidhar K" userId="19570bf066fbe3c7" providerId="LiveId" clId="{D4A98EA8-8BA2-4FF8-B302-BCFE4E2D0D50}" dt="2026-09-23T10:54:59.352" v="502" actId="478"/>
          <ac:graphicFrameMkLst>
            <pc:docMk/>
            <pc:sldMk cId="3120016051" sldId="910"/>
            <ac:graphicFrameMk id="2" creationId="{030048DD-3941-98F1-5106-8BE9330D8319}"/>
          </ac:graphicFrameMkLst>
        </pc:graphicFrameChg>
        <pc:picChg chg="add mod">
          <ac:chgData name="Vamsidhar K" userId="19570bf066fbe3c7" providerId="LiveId" clId="{D4A98EA8-8BA2-4FF8-B302-BCFE4E2D0D50}" dt="2026-09-23T10:55:50.640" v="530" actId="1037"/>
          <ac:picMkLst>
            <pc:docMk/>
            <pc:sldMk cId="3120016051" sldId="910"/>
            <ac:picMk id="7" creationId="{C83BD867-93A6-EBD3-F00D-EFBD6FFBC555}"/>
          </ac:picMkLst>
        </pc:picChg>
      </pc:sldChg>
      <pc:sldChg chg="addSp delSp modSp add mod">
        <pc:chgData name="Vamsidhar K" userId="19570bf066fbe3c7" providerId="LiveId" clId="{D4A98EA8-8BA2-4FF8-B302-BCFE4E2D0D50}" dt="2026-09-23T10:56:30.386" v="563" actId="1037"/>
        <pc:sldMkLst>
          <pc:docMk/>
          <pc:sldMk cId="630699133" sldId="911"/>
        </pc:sldMkLst>
        <pc:picChg chg="add mod">
          <ac:chgData name="Vamsidhar K" userId="19570bf066fbe3c7" providerId="LiveId" clId="{D4A98EA8-8BA2-4FF8-B302-BCFE4E2D0D50}" dt="2026-09-23T10:56:30.386" v="563" actId="1037"/>
          <ac:picMkLst>
            <pc:docMk/>
            <pc:sldMk cId="630699133" sldId="911"/>
            <ac:picMk id="4" creationId="{FF508B39-0178-9258-E8A1-D8AC7784522A}"/>
          </ac:picMkLst>
        </pc:picChg>
        <pc:picChg chg="del">
          <ac:chgData name="Vamsidhar K" userId="19570bf066fbe3c7" providerId="LiveId" clId="{D4A98EA8-8BA2-4FF8-B302-BCFE4E2D0D50}" dt="2026-09-23T10:56:24.533" v="532" actId="478"/>
          <ac:picMkLst>
            <pc:docMk/>
            <pc:sldMk cId="630699133" sldId="911"/>
            <ac:picMk id="7" creationId="{4BFB6D20-EED2-6838-CA4C-880BA54B1E38}"/>
          </ac:picMkLst>
        </pc:picChg>
      </pc:sldChg>
      <pc:sldChg chg="addSp delSp modSp add mod">
        <pc:chgData name="Vamsidhar K" userId="19570bf066fbe3c7" providerId="LiveId" clId="{D4A98EA8-8BA2-4FF8-B302-BCFE4E2D0D50}" dt="2026-09-23T10:57:11.216" v="602" actId="1037"/>
        <pc:sldMkLst>
          <pc:docMk/>
          <pc:sldMk cId="3777995177" sldId="912"/>
        </pc:sldMkLst>
        <pc:picChg chg="del">
          <ac:chgData name="Vamsidhar K" userId="19570bf066fbe3c7" providerId="LiveId" clId="{D4A98EA8-8BA2-4FF8-B302-BCFE4E2D0D50}" dt="2026-09-23T10:57:02.200" v="565" actId="478"/>
          <ac:picMkLst>
            <pc:docMk/>
            <pc:sldMk cId="3777995177" sldId="912"/>
            <ac:picMk id="4" creationId="{D64286D9-5506-BC8A-316E-3FE60EAC120D}"/>
          </ac:picMkLst>
        </pc:picChg>
        <pc:picChg chg="add mod">
          <ac:chgData name="Vamsidhar K" userId="19570bf066fbe3c7" providerId="LiveId" clId="{D4A98EA8-8BA2-4FF8-B302-BCFE4E2D0D50}" dt="2026-09-23T10:57:11.216" v="602" actId="1037"/>
          <ac:picMkLst>
            <pc:docMk/>
            <pc:sldMk cId="3777995177" sldId="912"/>
            <ac:picMk id="6" creationId="{3BE8EEC9-095E-150C-A743-6A23721D6D89}"/>
          </ac:picMkLst>
        </pc:picChg>
      </pc:sldChg>
      <pc:sldChg chg="addSp delSp modSp add mod">
        <pc:chgData name="Vamsidhar K" userId="19570bf066fbe3c7" providerId="LiveId" clId="{D4A98EA8-8BA2-4FF8-B302-BCFE4E2D0D50}" dt="2026-09-23T10:58:15.061" v="647" actId="1037"/>
        <pc:sldMkLst>
          <pc:docMk/>
          <pc:sldMk cId="3979395267" sldId="913"/>
        </pc:sldMkLst>
        <pc:spChg chg="mod">
          <ac:chgData name="Vamsidhar K" userId="19570bf066fbe3c7" providerId="LiveId" clId="{D4A98EA8-8BA2-4FF8-B302-BCFE4E2D0D50}" dt="2026-09-23T10:58:07.288" v="615" actId="1035"/>
          <ac:spMkLst>
            <pc:docMk/>
            <pc:sldMk cId="3979395267" sldId="913"/>
            <ac:spMk id="5" creationId="{86306227-ADF8-CBB6-16F4-8F81D96FF3C0}"/>
          </ac:spMkLst>
        </pc:spChg>
        <pc:picChg chg="add mod">
          <ac:chgData name="Vamsidhar K" userId="19570bf066fbe3c7" providerId="LiveId" clId="{D4A98EA8-8BA2-4FF8-B302-BCFE4E2D0D50}" dt="2026-09-23T10:58:15.061" v="647" actId="1037"/>
          <ac:picMkLst>
            <pc:docMk/>
            <pc:sldMk cId="3979395267" sldId="913"/>
            <ac:picMk id="4" creationId="{5247410B-E478-B908-A31E-C9F1CA35458F}"/>
          </ac:picMkLst>
        </pc:picChg>
        <pc:picChg chg="del">
          <ac:chgData name="Vamsidhar K" userId="19570bf066fbe3c7" providerId="LiveId" clId="{D4A98EA8-8BA2-4FF8-B302-BCFE4E2D0D50}" dt="2026-09-23T10:58:08.669" v="616" actId="478"/>
          <ac:picMkLst>
            <pc:docMk/>
            <pc:sldMk cId="3979395267" sldId="913"/>
            <ac:picMk id="6" creationId="{BEA3B9AE-8FDE-CDB3-C5CE-D210BC57875C}"/>
          </ac:picMkLst>
        </pc:picChg>
      </pc:sldChg>
      <pc:sldChg chg="addSp delSp modSp add mod">
        <pc:chgData name="Vamsidhar K" userId="19570bf066fbe3c7" providerId="LiveId" clId="{D4A98EA8-8BA2-4FF8-B302-BCFE4E2D0D50}" dt="2026-09-23T10:58:59.367" v="674" actId="1037"/>
        <pc:sldMkLst>
          <pc:docMk/>
          <pc:sldMk cId="711844725" sldId="914"/>
        </pc:sldMkLst>
        <pc:picChg chg="del">
          <ac:chgData name="Vamsidhar K" userId="19570bf066fbe3c7" providerId="LiveId" clId="{D4A98EA8-8BA2-4FF8-B302-BCFE4E2D0D50}" dt="2026-09-23T10:58:53.399" v="649" actId="478"/>
          <ac:picMkLst>
            <pc:docMk/>
            <pc:sldMk cId="711844725" sldId="914"/>
            <ac:picMk id="4" creationId="{2BB64573-3926-CD53-DBC7-05931D964112}"/>
          </ac:picMkLst>
        </pc:picChg>
        <pc:picChg chg="add mod">
          <ac:chgData name="Vamsidhar K" userId="19570bf066fbe3c7" providerId="LiveId" clId="{D4A98EA8-8BA2-4FF8-B302-BCFE4E2D0D50}" dt="2026-09-23T10:58:59.367" v="674" actId="1037"/>
          <ac:picMkLst>
            <pc:docMk/>
            <pc:sldMk cId="711844725" sldId="914"/>
            <ac:picMk id="6" creationId="{AF797A40-9C38-3DE4-5E5A-062E77212024}"/>
          </ac:picMkLst>
        </pc:picChg>
      </pc:sldChg>
      <pc:sldChg chg="addSp delSp modSp add mod">
        <pc:chgData name="Vamsidhar K" userId="19570bf066fbe3c7" providerId="LiveId" clId="{D4A98EA8-8BA2-4FF8-B302-BCFE4E2D0D50}" dt="2026-09-23T11:10:52.859" v="704" actId="1035"/>
        <pc:sldMkLst>
          <pc:docMk/>
          <pc:sldMk cId="3428327986" sldId="915"/>
        </pc:sldMkLst>
        <pc:picChg chg="add mod">
          <ac:chgData name="Vamsidhar K" userId="19570bf066fbe3c7" providerId="LiveId" clId="{D4A98EA8-8BA2-4FF8-B302-BCFE4E2D0D50}" dt="2026-09-23T11:10:52.859" v="704" actId="1035"/>
          <ac:picMkLst>
            <pc:docMk/>
            <pc:sldMk cId="3428327986" sldId="915"/>
            <ac:picMk id="4" creationId="{DC52CAE6-E6EE-8EF9-CC63-960696C81429}"/>
          </ac:picMkLst>
        </pc:picChg>
        <pc:picChg chg="del">
          <ac:chgData name="Vamsidhar K" userId="19570bf066fbe3c7" providerId="LiveId" clId="{D4A98EA8-8BA2-4FF8-B302-BCFE4E2D0D50}" dt="2026-09-23T11:10:43.411" v="676" actId="478"/>
          <ac:picMkLst>
            <pc:docMk/>
            <pc:sldMk cId="3428327986" sldId="915"/>
            <ac:picMk id="6" creationId="{BFA7991F-9DFF-2DE9-01EE-C79FC36F024D}"/>
          </ac:picMkLst>
        </pc:picChg>
      </pc:sldChg>
      <pc:sldChg chg="addSp delSp modSp add mod">
        <pc:chgData name="Vamsidhar K" userId="19570bf066fbe3c7" providerId="LiveId" clId="{D4A98EA8-8BA2-4FF8-B302-BCFE4E2D0D50}" dt="2026-09-23T11:11:19.613" v="737" actId="1038"/>
        <pc:sldMkLst>
          <pc:docMk/>
          <pc:sldMk cId="2254327901" sldId="916"/>
        </pc:sldMkLst>
        <pc:picChg chg="del">
          <ac:chgData name="Vamsidhar K" userId="19570bf066fbe3c7" providerId="LiveId" clId="{D4A98EA8-8BA2-4FF8-B302-BCFE4E2D0D50}" dt="2026-09-23T11:11:11.222" v="706" actId="478"/>
          <ac:picMkLst>
            <pc:docMk/>
            <pc:sldMk cId="2254327901" sldId="916"/>
            <ac:picMk id="4" creationId="{26CA911D-141A-7DFE-0660-A079C7CF315D}"/>
          </ac:picMkLst>
        </pc:picChg>
        <pc:picChg chg="add mod">
          <ac:chgData name="Vamsidhar K" userId="19570bf066fbe3c7" providerId="LiveId" clId="{D4A98EA8-8BA2-4FF8-B302-BCFE4E2D0D50}" dt="2026-09-23T11:11:19.613" v="737" actId="1038"/>
          <ac:picMkLst>
            <pc:docMk/>
            <pc:sldMk cId="2254327901" sldId="916"/>
            <ac:picMk id="6" creationId="{3297721D-09A6-E56D-586B-348D00F3FEE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63C363-DCCE-4549-86DE-917B591548C3}" type="doc">
      <dgm:prSet loTypeId="urn:microsoft.com/office/officeart/2011/layout/CircleProcess" loCatId="process" qsTypeId="urn:microsoft.com/office/officeart/2005/8/quickstyle/simple1#1" qsCatId="simple" csTypeId="urn:microsoft.com/office/officeart/2005/8/colors/accent1_2#1" csCatId="accent1" phldr="1"/>
      <dgm:spPr/>
      <dgm:t>
        <a:bodyPr/>
        <a:lstStyle/>
        <a:p>
          <a:endParaRPr lang="en-IN"/>
        </a:p>
      </dgm:t>
    </dgm:pt>
    <dgm:pt modelId="{DAC0407D-27EA-4BF7-B0B4-2D8787A65861}">
      <dgm:prSet custT="1"/>
      <dgm:spPr/>
      <dgm:t>
        <a:bodyPr/>
        <a:lstStyle/>
        <a:p>
          <a:r>
            <a:rPr lang="en-IN" sz="1400" b="1" dirty="0"/>
            <a:t>1. Requirements &amp; Research</a:t>
          </a:r>
          <a:br>
            <a:rPr lang="en-IN" sz="1400" dirty="0"/>
          </a:br>
          <a:r>
            <a:rPr lang="en-IN" sz="1400" i="1" dirty="0"/>
            <a:t>Weeks 1–2</a:t>
          </a:r>
          <a:br>
            <a:rPr lang="en-IN" sz="1400" dirty="0"/>
          </a:br>
          <a:r>
            <a:rPr lang="en-IN" sz="1400" dirty="0"/>
            <a:t>Problem analysis, requirements and literature survey</a:t>
          </a:r>
        </a:p>
      </dgm:t>
    </dgm:pt>
    <dgm:pt modelId="{04DE8B08-0E42-45B8-9385-5602CD23E1E5}" type="parTrans" cxnId="{06820522-43B6-4B18-BB9F-EF4ADB19A0B5}">
      <dgm:prSet/>
      <dgm:spPr/>
      <dgm:t>
        <a:bodyPr/>
        <a:lstStyle/>
        <a:p>
          <a:endParaRPr lang="en-IN"/>
        </a:p>
      </dgm:t>
    </dgm:pt>
    <dgm:pt modelId="{7D9EF89A-179F-4CBE-AF39-6788D73C3E8E}" type="sibTrans" cxnId="{06820522-43B6-4B18-BB9F-EF4ADB19A0B5}">
      <dgm:prSet/>
      <dgm:spPr/>
      <dgm:t>
        <a:bodyPr/>
        <a:lstStyle/>
        <a:p>
          <a:endParaRPr lang="en-IN"/>
        </a:p>
      </dgm:t>
    </dgm:pt>
    <dgm:pt modelId="{CF4CC4C1-D089-489F-A1A1-D7782B07CEC7}">
      <dgm:prSet custT="1"/>
      <dgm:spPr/>
      <dgm:t>
        <a:bodyPr/>
        <a:lstStyle/>
        <a:p>
          <a:r>
            <a:rPr lang="en-IN" sz="1400" b="1" dirty="0"/>
            <a:t>2. Architecture &amp; Design</a:t>
          </a:r>
          <a:br>
            <a:rPr lang="en-IN" sz="1400" dirty="0"/>
          </a:br>
          <a:r>
            <a:rPr lang="en-IN" sz="1400" i="1" dirty="0"/>
            <a:t>Weeks 2–3</a:t>
          </a:r>
          <a:br>
            <a:rPr lang="en-IN" sz="1400" dirty="0"/>
          </a:br>
          <a:r>
            <a:rPr lang="en-IN" sz="1400" dirty="0"/>
            <a:t>AI Assistant, SOA architecture, database and API design</a:t>
          </a:r>
        </a:p>
      </dgm:t>
    </dgm:pt>
    <dgm:pt modelId="{2AF289CA-0110-4AB2-9163-0D562BCABE86}" type="parTrans" cxnId="{DB6D02E7-8E11-42C5-9E95-96E72505A8A8}">
      <dgm:prSet/>
      <dgm:spPr/>
      <dgm:t>
        <a:bodyPr/>
        <a:lstStyle/>
        <a:p>
          <a:endParaRPr lang="en-IN"/>
        </a:p>
      </dgm:t>
    </dgm:pt>
    <dgm:pt modelId="{20127419-FA83-41EE-B623-3A09411718FD}" type="sibTrans" cxnId="{DB6D02E7-8E11-42C5-9E95-96E72505A8A8}">
      <dgm:prSet/>
      <dgm:spPr/>
      <dgm:t>
        <a:bodyPr/>
        <a:lstStyle/>
        <a:p>
          <a:endParaRPr lang="en-IN"/>
        </a:p>
      </dgm:t>
    </dgm:pt>
    <dgm:pt modelId="{10633C0C-222F-44D3-A889-BD05ED48A53B}">
      <dgm:prSet custT="1"/>
      <dgm:spPr/>
      <dgm:t>
        <a:bodyPr/>
        <a:lstStyle/>
        <a:p>
          <a:r>
            <a:rPr lang="en-IN" sz="1400" b="1" dirty="0"/>
            <a:t>3. Core Development</a:t>
          </a:r>
          <a:br>
            <a:rPr lang="en-IN" sz="1400" dirty="0"/>
          </a:br>
          <a:r>
            <a:rPr lang="en-IN" sz="1400" i="1" dirty="0"/>
            <a:t>Weeks 3–5</a:t>
          </a:r>
          <a:br>
            <a:rPr lang="en-IN" sz="1400" dirty="0"/>
          </a:br>
          <a:r>
            <a:rPr lang="en-IN" sz="1400" dirty="0"/>
            <a:t>AI Assistant, SOS, Location and core services</a:t>
          </a:r>
        </a:p>
      </dgm:t>
    </dgm:pt>
    <dgm:pt modelId="{3BF4DF99-3E1A-4D7A-84DE-148E8F33CD12}" type="parTrans" cxnId="{C1FE5BE5-FC5D-4D9F-B9C0-05C003FC8A95}">
      <dgm:prSet/>
      <dgm:spPr/>
      <dgm:t>
        <a:bodyPr/>
        <a:lstStyle/>
        <a:p>
          <a:endParaRPr lang="en-IN"/>
        </a:p>
      </dgm:t>
    </dgm:pt>
    <dgm:pt modelId="{AB5A6908-30CF-45D4-9317-3D39BA165F61}" type="sibTrans" cxnId="{C1FE5BE5-FC5D-4D9F-B9C0-05C003FC8A95}">
      <dgm:prSet/>
      <dgm:spPr/>
      <dgm:t>
        <a:bodyPr/>
        <a:lstStyle/>
        <a:p>
          <a:endParaRPr lang="en-IN"/>
        </a:p>
      </dgm:t>
    </dgm:pt>
    <dgm:pt modelId="{53EF235F-A5D6-43CE-ACD5-56AE799E1E03}">
      <dgm:prSet custT="1"/>
      <dgm:spPr/>
      <dgm:t>
        <a:bodyPr/>
        <a:lstStyle/>
        <a:p>
          <a:r>
            <a:rPr lang="en-IN" sz="1300" b="1" dirty="0"/>
            <a:t>4. AI &amp; Intelligent Response</a:t>
          </a:r>
          <a:br>
            <a:rPr lang="en-IN" sz="1300" dirty="0"/>
          </a:br>
          <a:r>
            <a:rPr lang="en-IN" sz="1300" i="1" dirty="0"/>
            <a:t>Weeks 5–7</a:t>
          </a:r>
          <a:br>
            <a:rPr lang="en-IN" sz="1300" dirty="0"/>
          </a:br>
          <a:r>
            <a:rPr lang="en-IN" sz="1300" dirty="0"/>
            <a:t>AI detection, risk assessment, notification and alert routing</a:t>
          </a:r>
        </a:p>
      </dgm:t>
    </dgm:pt>
    <dgm:pt modelId="{2333D237-AC47-49CD-8A25-652361FC1001}" type="parTrans" cxnId="{20E3F0BB-D790-4A08-B40A-862E45E5DE27}">
      <dgm:prSet/>
      <dgm:spPr/>
      <dgm:t>
        <a:bodyPr/>
        <a:lstStyle/>
        <a:p>
          <a:endParaRPr lang="en-IN"/>
        </a:p>
      </dgm:t>
    </dgm:pt>
    <dgm:pt modelId="{135BAFBA-C14B-4B5A-99C1-B260719C1503}" type="sibTrans" cxnId="{20E3F0BB-D790-4A08-B40A-862E45E5DE27}">
      <dgm:prSet/>
      <dgm:spPr/>
      <dgm:t>
        <a:bodyPr/>
        <a:lstStyle/>
        <a:p>
          <a:endParaRPr lang="en-IN"/>
        </a:p>
      </dgm:t>
    </dgm:pt>
    <dgm:pt modelId="{925C33C4-75AC-4D60-83A3-E4499602BF35}">
      <dgm:prSet custT="1"/>
      <dgm:spPr/>
      <dgm:t>
        <a:bodyPr/>
        <a:lstStyle/>
        <a:p>
          <a:r>
            <a:rPr lang="en-IN" sz="1400" b="1" dirty="0"/>
            <a:t>5. SOA Integration &amp; UI</a:t>
          </a:r>
          <a:br>
            <a:rPr lang="en-IN" sz="1400" dirty="0"/>
          </a:br>
          <a:r>
            <a:rPr lang="en-IN" sz="1400" i="1" dirty="0"/>
            <a:t>Weeks 7–10</a:t>
          </a:r>
          <a:br>
            <a:rPr lang="en-IN" sz="1400" dirty="0"/>
          </a:br>
          <a:r>
            <a:rPr lang="en-IN" sz="1400" dirty="0"/>
            <a:t>Service integration, dashboard and user interface</a:t>
          </a:r>
        </a:p>
      </dgm:t>
    </dgm:pt>
    <dgm:pt modelId="{003DE7E7-ADE3-43A0-9CE1-3CF56C8E1ABD}" type="parTrans" cxnId="{49B608F7-F9B5-453E-A6D7-41E7F3574E41}">
      <dgm:prSet/>
      <dgm:spPr/>
      <dgm:t>
        <a:bodyPr/>
        <a:lstStyle/>
        <a:p>
          <a:endParaRPr lang="en-IN"/>
        </a:p>
      </dgm:t>
    </dgm:pt>
    <dgm:pt modelId="{DC39873C-93C1-47DF-BAE1-C9F066BD917D}" type="sibTrans" cxnId="{49B608F7-F9B5-453E-A6D7-41E7F3574E41}">
      <dgm:prSet/>
      <dgm:spPr/>
      <dgm:t>
        <a:bodyPr/>
        <a:lstStyle/>
        <a:p>
          <a:endParaRPr lang="en-IN"/>
        </a:p>
      </dgm:t>
    </dgm:pt>
    <dgm:pt modelId="{D2ECC5AD-4E4D-4F0C-B248-74812A546BF1}">
      <dgm:prSet custT="1"/>
      <dgm:spPr/>
      <dgm:t>
        <a:bodyPr/>
        <a:lstStyle/>
        <a:p>
          <a:r>
            <a:rPr lang="en-IN" sz="1300" b="1" dirty="0"/>
            <a:t>6. Testing &amp; Deployment</a:t>
          </a:r>
          <a:br>
            <a:rPr lang="en-IN" sz="1300" dirty="0"/>
          </a:br>
          <a:r>
            <a:rPr lang="en-IN" sz="1300" i="1" dirty="0"/>
            <a:t>Weeks 10–12</a:t>
          </a:r>
          <a:br>
            <a:rPr lang="en-IN" sz="1300" dirty="0"/>
          </a:br>
          <a:r>
            <a:rPr lang="en-IN" sz="1300" dirty="0"/>
            <a:t>Testing, debugging, Docker deployment and final demonstration</a:t>
          </a:r>
        </a:p>
      </dgm:t>
    </dgm:pt>
    <dgm:pt modelId="{6F2CE6C9-7DBB-45AB-8287-D07F1490117E}" type="parTrans" cxnId="{37C5C25E-3DFA-4C2E-B0C8-B43DE28BC774}">
      <dgm:prSet/>
      <dgm:spPr/>
      <dgm:t>
        <a:bodyPr/>
        <a:lstStyle/>
        <a:p>
          <a:endParaRPr lang="en-IN"/>
        </a:p>
      </dgm:t>
    </dgm:pt>
    <dgm:pt modelId="{1CF1F4CF-DE9B-4E12-BB88-CD32D319D3D8}" type="sibTrans" cxnId="{37C5C25E-3DFA-4C2E-B0C8-B43DE28BC774}">
      <dgm:prSet/>
      <dgm:spPr/>
      <dgm:t>
        <a:bodyPr/>
        <a:lstStyle/>
        <a:p>
          <a:endParaRPr lang="en-IN"/>
        </a:p>
      </dgm:t>
    </dgm:pt>
    <dgm:pt modelId="{9DB8C70C-AD04-4C15-B17B-0042EBCCA154}" type="pres">
      <dgm:prSet presAssocID="{CC63C363-DCCE-4549-86DE-917B591548C3}" presName="Name0" presStyleCnt="0">
        <dgm:presLayoutVars>
          <dgm:chMax val="11"/>
          <dgm:chPref val="11"/>
          <dgm:dir/>
          <dgm:resizeHandles/>
        </dgm:presLayoutVars>
      </dgm:prSet>
      <dgm:spPr/>
    </dgm:pt>
    <dgm:pt modelId="{56DCAA06-DB57-4C24-982D-125C9E9F326B}" type="pres">
      <dgm:prSet presAssocID="{D2ECC5AD-4E4D-4F0C-B248-74812A546BF1}" presName="Accent6" presStyleCnt="0"/>
      <dgm:spPr/>
    </dgm:pt>
    <dgm:pt modelId="{B27EFB48-75B7-4A29-A4FF-ADB12F685011}" type="pres">
      <dgm:prSet presAssocID="{D2ECC5AD-4E4D-4F0C-B248-74812A546BF1}" presName="Accent" presStyleLbl="node1" presStyleIdx="0" presStyleCnt="6"/>
      <dgm:spPr/>
    </dgm:pt>
    <dgm:pt modelId="{EF6A2599-224F-463D-AD3B-A47A57C501AD}" type="pres">
      <dgm:prSet presAssocID="{D2ECC5AD-4E4D-4F0C-B248-74812A546BF1}" presName="ParentBackground6" presStyleCnt="0"/>
      <dgm:spPr/>
    </dgm:pt>
    <dgm:pt modelId="{F0534E7B-E642-44A8-BACD-5CE01B9CE07D}" type="pres">
      <dgm:prSet presAssocID="{D2ECC5AD-4E4D-4F0C-B248-74812A546BF1}" presName="ParentBackground" presStyleLbl="fgAcc1" presStyleIdx="0" presStyleCnt="6"/>
      <dgm:spPr/>
    </dgm:pt>
    <dgm:pt modelId="{8E57F7B2-4BB3-443A-A0F0-62101784834C}" type="pres">
      <dgm:prSet presAssocID="{D2ECC5AD-4E4D-4F0C-B248-74812A546BF1}" presName="Parent6" presStyleLbl="revTx" presStyleIdx="0" presStyleCnt="0">
        <dgm:presLayoutVars>
          <dgm:chMax val="1"/>
          <dgm:chPref val="1"/>
          <dgm:bulletEnabled val="1"/>
        </dgm:presLayoutVars>
      </dgm:prSet>
      <dgm:spPr/>
    </dgm:pt>
    <dgm:pt modelId="{7D3ABA1D-0BD2-4DA4-A1E4-F3DA53506386}" type="pres">
      <dgm:prSet presAssocID="{925C33C4-75AC-4D60-83A3-E4499602BF35}" presName="Accent5" presStyleCnt="0"/>
      <dgm:spPr/>
    </dgm:pt>
    <dgm:pt modelId="{04D7963F-6299-4BE3-ACF3-B799D0EDD0AD}" type="pres">
      <dgm:prSet presAssocID="{925C33C4-75AC-4D60-83A3-E4499602BF35}" presName="Accent" presStyleLbl="node1" presStyleIdx="1" presStyleCnt="6"/>
      <dgm:spPr/>
    </dgm:pt>
    <dgm:pt modelId="{7775E6C2-8C2B-4219-98E0-E6EA2BFD07B9}" type="pres">
      <dgm:prSet presAssocID="{925C33C4-75AC-4D60-83A3-E4499602BF35}" presName="ParentBackground5" presStyleCnt="0"/>
      <dgm:spPr/>
    </dgm:pt>
    <dgm:pt modelId="{C7642013-AEDF-4C1B-8CDB-4875A7211AD7}" type="pres">
      <dgm:prSet presAssocID="{925C33C4-75AC-4D60-83A3-E4499602BF35}" presName="ParentBackground" presStyleLbl="fgAcc1" presStyleIdx="1" presStyleCnt="6"/>
      <dgm:spPr/>
    </dgm:pt>
    <dgm:pt modelId="{204936DF-44B6-4C4A-8A76-2627EC7EA25B}" type="pres">
      <dgm:prSet presAssocID="{925C33C4-75AC-4D60-83A3-E4499602BF35}" presName="Parent5" presStyleLbl="revTx" presStyleIdx="0" presStyleCnt="0">
        <dgm:presLayoutVars>
          <dgm:chMax val="1"/>
          <dgm:chPref val="1"/>
          <dgm:bulletEnabled val="1"/>
        </dgm:presLayoutVars>
      </dgm:prSet>
      <dgm:spPr/>
    </dgm:pt>
    <dgm:pt modelId="{5B62DE3B-682D-4258-AF90-8B0F95BAEB4D}" type="pres">
      <dgm:prSet presAssocID="{53EF235F-A5D6-43CE-ACD5-56AE799E1E03}" presName="Accent4" presStyleCnt="0"/>
      <dgm:spPr/>
    </dgm:pt>
    <dgm:pt modelId="{2F3D0E46-23EE-47A2-96A0-56A6AB1712EB}" type="pres">
      <dgm:prSet presAssocID="{53EF235F-A5D6-43CE-ACD5-56AE799E1E03}" presName="Accent" presStyleLbl="node1" presStyleIdx="2" presStyleCnt="6"/>
      <dgm:spPr/>
    </dgm:pt>
    <dgm:pt modelId="{A145722D-16E5-41BE-B546-E12B0A71F6CF}" type="pres">
      <dgm:prSet presAssocID="{53EF235F-A5D6-43CE-ACD5-56AE799E1E03}" presName="ParentBackground4" presStyleCnt="0"/>
      <dgm:spPr/>
    </dgm:pt>
    <dgm:pt modelId="{26F7BB27-6798-4514-AF4E-0F699046228E}" type="pres">
      <dgm:prSet presAssocID="{53EF235F-A5D6-43CE-ACD5-56AE799E1E03}" presName="ParentBackground" presStyleLbl="fgAcc1" presStyleIdx="2" presStyleCnt="6"/>
      <dgm:spPr/>
    </dgm:pt>
    <dgm:pt modelId="{B32CB1BB-0B3F-4F25-8C78-25C28EC0F55A}" type="pres">
      <dgm:prSet presAssocID="{53EF235F-A5D6-43CE-ACD5-56AE799E1E03}" presName="Parent4" presStyleLbl="revTx" presStyleIdx="0" presStyleCnt="0">
        <dgm:presLayoutVars>
          <dgm:chMax val="1"/>
          <dgm:chPref val="1"/>
          <dgm:bulletEnabled val="1"/>
        </dgm:presLayoutVars>
      </dgm:prSet>
      <dgm:spPr/>
    </dgm:pt>
    <dgm:pt modelId="{4CFA214C-0F0B-4BF6-9C3E-4921520AB82A}" type="pres">
      <dgm:prSet presAssocID="{10633C0C-222F-44D3-A889-BD05ED48A53B}" presName="Accent3" presStyleCnt="0"/>
      <dgm:spPr/>
    </dgm:pt>
    <dgm:pt modelId="{378A2A89-3BC1-406A-9145-9FCA0DD01186}" type="pres">
      <dgm:prSet presAssocID="{10633C0C-222F-44D3-A889-BD05ED48A53B}" presName="Accent" presStyleLbl="node1" presStyleIdx="3" presStyleCnt="6"/>
      <dgm:spPr/>
    </dgm:pt>
    <dgm:pt modelId="{5C8A109E-9383-40FB-9F55-EFA5209C01AC}" type="pres">
      <dgm:prSet presAssocID="{10633C0C-222F-44D3-A889-BD05ED48A53B}" presName="ParentBackground3" presStyleCnt="0"/>
      <dgm:spPr/>
    </dgm:pt>
    <dgm:pt modelId="{E6012308-3456-4621-BF23-DBB089FFA586}" type="pres">
      <dgm:prSet presAssocID="{10633C0C-222F-44D3-A889-BD05ED48A53B}" presName="ParentBackground" presStyleLbl="fgAcc1" presStyleIdx="3" presStyleCnt="6"/>
      <dgm:spPr/>
    </dgm:pt>
    <dgm:pt modelId="{F9115BE6-6A0C-4249-9E5A-7A8FA69FA3F5}" type="pres">
      <dgm:prSet presAssocID="{10633C0C-222F-44D3-A889-BD05ED48A53B}" presName="Parent3" presStyleLbl="revTx" presStyleIdx="0" presStyleCnt="0">
        <dgm:presLayoutVars>
          <dgm:chMax val="1"/>
          <dgm:chPref val="1"/>
          <dgm:bulletEnabled val="1"/>
        </dgm:presLayoutVars>
      </dgm:prSet>
      <dgm:spPr/>
    </dgm:pt>
    <dgm:pt modelId="{CD373B72-D178-4183-A478-2696A90276F7}" type="pres">
      <dgm:prSet presAssocID="{CF4CC4C1-D089-489F-A1A1-D7782B07CEC7}" presName="Accent2" presStyleCnt="0"/>
      <dgm:spPr/>
    </dgm:pt>
    <dgm:pt modelId="{7C1F2995-ADEE-4A08-BD23-8A126527E78E}" type="pres">
      <dgm:prSet presAssocID="{CF4CC4C1-D089-489F-A1A1-D7782B07CEC7}" presName="Accent" presStyleLbl="node1" presStyleIdx="4" presStyleCnt="6"/>
      <dgm:spPr/>
    </dgm:pt>
    <dgm:pt modelId="{FEFF0E83-47D8-4EB0-82D8-C9D9450FF9F2}" type="pres">
      <dgm:prSet presAssocID="{CF4CC4C1-D089-489F-A1A1-D7782B07CEC7}" presName="ParentBackground2" presStyleCnt="0"/>
      <dgm:spPr/>
    </dgm:pt>
    <dgm:pt modelId="{3A9CB254-2D08-4BD8-966C-F07958D8C46D}" type="pres">
      <dgm:prSet presAssocID="{CF4CC4C1-D089-489F-A1A1-D7782B07CEC7}" presName="ParentBackground" presStyleLbl="fgAcc1" presStyleIdx="4" presStyleCnt="6"/>
      <dgm:spPr/>
    </dgm:pt>
    <dgm:pt modelId="{396BE834-2399-4DCE-8FCC-F2DF165E0467}" type="pres">
      <dgm:prSet presAssocID="{CF4CC4C1-D089-489F-A1A1-D7782B07CEC7}" presName="Parent2" presStyleLbl="revTx" presStyleIdx="0" presStyleCnt="0">
        <dgm:presLayoutVars>
          <dgm:chMax val="1"/>
          <dgm:chPref val="1"/>
          <dgm:bulletEnabled val="1"/>
        </dgm:presLayoutVars>
      </dgm:prSet>
      <dgm:spPr/>
    </dgm:pt>
    <dgm:pt modelId="{54EAF988-DE42-4A80-B731-5B1E2FAF230C}" type="pres">
      <dgm:prSet presAssocID="{DAC0407D-27EA-4BF7-B0B4-2D8787A65861}" presName="Accent1" presStyleCnt="0"/>
      <dgm:spPr/>
    </dgm:pt>
    <dgm:pt modelId="{51C5A5E7-3A7B-41EE-BB43-E56E300132AC}" type="pres">
      <dgm:prSet presAssocID="{DAC0407D-27EA-4BF7-B0B4-2D8787A65861}" presName="Accent" presStyleLbl="node1" presStyleIdx="5" presStyleCnt="6"/>
      <dgm:spPr/>
    </dgm:pt>
    <dgm:pt modelId="{7BF70FD0-7691-4855-835D-82E77B586BD7}" type="pres">
      <dgm:prSet presAssocID="{DAC0407D-27EA-4BF7-B0B4-2D8787A65861}" presName="ParentBackground1" presStyleCnt="0"/>
      <dgm:spPr/>
    </dgm:pt>
    <dgm:pt modelId="{03C576D1-E14C-400F-9D97-2F31583A690B}" type="pres">
      <dgm:prSet presAssocID="{DAC0407D-27EA-4BF7-B0B4-2D8787A65861}" presName="ParentBackground" presStyleLbl="fgAcc1" presStyleIdx="5" presStyleCnt="6"/>
      <dgm:spPr/>
    </dgm:pt>
    <dgm:pt modelId="{147ED517-69E0-4E91-94AA-D1127D3666D1}" type="pres">
      <dgm:prSet presAssocID="{DAC0407D-27EA-4BF7-B0B4-2D8787A65861}" presName="Parent1" presStyleLbl="revTx" presStyleIdx="0" presStyleCnt="0">
        <dgm:presLayoutVars>
          <dgm:chMax val="1"/>
          <dgm:chPref val="1"/>
          <dgm:bulletEnabled val="1"/>
        </dgm:presLayoutVars>
      </dgm:prSet>
      <dgm:spPr/>
    </dgm:pt>
  </dgm:ptLst>
  <dgm:cxnLst>
    <dgm:cxn modelId="{4112E50A-01A2-4932-B1FF-C6248A449BB6}" type="presOf" srcId="{DAC0407D-27EA-4BF7-B0B4-2D8787A65861}" destId="{03C576D1-E14C-400F-9D97-2F31583A690B}" srcOrd="0" destOrd="0" presId="urn:microsoft.com/office/officeart/2011/layout/CircleProcess"/>
    <dgm:cxn modelId="{E70F781A-FBB2-426C-BA19-E045BAEC4945}" type="presOf" srcId="{53EF235F-A5D6-43CE-ACD5-56AE799E1E03}" destId="{26F7BB27-6798-4514-AF4E-0F699046228E}" srcOrd="0" destOrd="0" presId="urn:microsoft.com/office/officeart/2011/layout/CircleProcess"/>
    <dgm:cxn modelId="{19C4CD1D-ED3B-4421-A6A1-AFC541858BD3}" type="presOf" srcId="{53EF235F-A5D6-43CE-ACD5-56AE799E1E03}" destId="{B32CB1BB-0B3F-4F25-8C78-25C28EC0F55A}" srcOrd="1" destOrd="0" presId="urn:microsoft.com/office/officeart/2011/layout/CircleProcess"/>
    <dgm:cxn modelId="{06820522-43B6-4B18-BB9F-EF4ADB19A0B5}" srcId="{CC63C363-DCCE-4549-86DE-917B591548C3}" destId="{DAC0407D-27EA-4BF7-B0B4-2D8787A65861}" srcOrd="0" destOrd="0" parTransId="{04DE8B08-0E42-45B8-9385-5602CD23E1E5}" sibTransId="{7D9EF89A-179F-4CBE-AF39-6788D73C3E8E}"/>
    <dgm:cxn modelId="{4835F325-DD10-40E1-9D76-B7406C271AB9}" type="presOf" srcId="{10633C0C-222F-44D3-A889-BD05ED48A53B}" destId="{F9115BE6-6A0C-4249-9E5A-7A8FA69FA3F5}" srcOrd="1" destOrd="0" presId="urn:microsoft.com/office/officeart/2011/layout/CircleProcess"/>
    <dgm:cxn modelId="{52BF8C2A-E06C-42D6-BCF0-425BB0237352}" type="presOf" srcId="{10633C0C-222F-44D3-A889-BD05ED48A53B}" destId="{E6012308-3456-4621-BF23-DBB089FFA586}" srcOrd="0" destOrd="0" presId="urn:microsoft.com/office/officeart/2011/layout/CircleProcess"/>
    <dgm:cxn modelId="{6FB33134-A4D2-4222-BDE5-4C938ADB688C}" type="presOf" srcId="{DAC0407D-27EA-4BF7-B0B4-2D8787A65861}" destId="{147ED517-69E0-4E91-94AA-D1127D3666D1}" srcOrd="1" destOrd="0" presId="urn:microsoft.com/office/officeart/2011/layout/CircleProcess"/>
    <dgm:cxn modelId="{37C5C25E-3DFA-4C2E-B0C8-B43DE28BC774}" srcId="{CC63C363-DCCE-4549-86DE-917B591548C3}" destId="{D2ECC5AD-4E4D-4F0C-B248-74812A546BF1}" srcOrd="5" destOrd="0" parTransId="{6F2CE6C9-7DBB-45AB-8287-D07F1490117E}" sibTransId="{1CF1F4CF-DE9B-4E12-BB88-CD32D319D3D8}"/>
    <dgm:cxn modelId="{24689C5A-FA5C-4AA6-AE07-D20CF80B260B}" type="presOf" srcId="{925C33C4-75AC-4D60-83A3-E4499602BF35}" destId="{C7642013-AEDF-4C1B-8CDB-4875A7211AD7}" srcOrd="0" destOrd="0" presId="urn:microsoft.com/office/officeart/2011/layout/CircleProcess"/>
    <dgm:cxn modelId="{5EC74B87-78EA-4F73-BCA7-F17C42240825}" type="presOf" srcId="{925C33C4-75AC-4D60-83A3-E4499602BF35}" destId="{204936DF-44B6-4C4A-8A76-2627EC7EA25B}" srcOrd="1" destOrd="0" presId="urn:microsoft.com/office/officeart/2011/layout/CircleProcess"/>
    <dgm:cxn modelId="{7A53108A-6386-4118-8BEF-59CB40566361}" type="presOf" srcId="{CF4CC4C1-D089-489F-A1A1-D7782B07CEC7}" destId="{3A9CB254-2D08-4BD8-966C-F07958D8C46D}" srcOrd="0" destOrd="0" presId="urn:microsoft.com/office/officeart/2011/layout/CircleProcess"/>
    <dgm:cxn modelId="{FED22392-DCAF-4249-A3A7-76627F7E4AFE}" type="presOf" srcId="{CF4CC4C1-D089-489F-A1A1-D7782B07CEC7}" destId="{396BE834-2399-4DCE-8FCC-F2DF165E0467}" srcOrd="1" destOrd="0" presId="urn:microsoft.com/office/officeart/2011/layout/CircleProcess"/>
    <dgm:cxn modelId="{81DD56A8-F67D-4C60-9113-E07F5EBEDBF9}" type="presOf" srcId="{D2ECC5AD-4E4D-4F0C-B248-74812A546BF1}" destId="{8E57F7B2-4BB3-443A-A0F0-62101784834C}" srcOrd="1" destOrd="0" presId="urn:microsoft.com/office/officeart/2011/layout/CircleProcess"/>
    <dgm:cxn modelId="{3AC6AABB-05A1-4123-A2A3-5BEB85E20797}" type="presOf" srcId="{D2ECC5AD-4E4D-4F0C-B248-74812A546BF1}" destId="{F0534E7B-E642-44A8-BACD-5CE01B9CE07D}" srcOrd="0" destOrd="0" presId="urn:microsoft.com/office/officeart/2011/layout/CircleProcess"/>
    <dgm:cxn modelId="{20E3F0BB-D790-4A08-B40A-862E45E5DE27}" srcId="{CC63C363-DCCE-4549-86DE-917B591548C3}" destId="{53EF235F-A5D6-43CE-ACD5-56AE799E1E03}" srcOrd="3" destOrd="0" parTransId="{2333D237-AC47-49CD-8A25-652361FC1001}" sibTransId="{135BAFBA-C14B-4B5A-99C1-B260719C1503}"/>
    <dgm:cxn modelId="{C1FE5BE5-FC5D-4D9F-B9C0-05C003FC8A95}" srcId="{CC63C363-DCCE-4549-86DE-917B591548C3}" destId="{10633C0C-222F-44D3-A889-BD05ED48A53B}" srcOrd="2" destOrd="0" parTransId="{3BF4DF99-3E1A-4D7A-84DE-148E8F33CD12}" sibTransId="{AB5A6908-30CF-45D4-9317-3D39BA165F61}"/>
    <dgm:cxn modelId="{DB6D02E7-8E11-42C5-9E95-96E72505A8A8}" srcId="{CC63C363-DCCE-4549-86DE-917B591548C3}" destId="{CF4CC4C1-D089-489F-A1A1-D7782B07CEC7}" srcOrd="1" destOrd="0" parTransId="{2AF289CA-0110-4AB2-9163-0D562BCABE86}" sibTransId="{20127419-FA83-41EE-B623-3A09411718FD}"/>
    <dgm:cxn modelId="{921C4DED-DD8D-4A93-8F5B-FF63F8798F86}" type="presOf" srcId="{CC63C363-DCCE-4549-86DE-917B591548C3}" destId="{9DB8C70C-AD04-4C15-B17B-0042EBCCA154}" srcOrd="0" destOrd="0" presId="urn:microsoft.com/office/officeart/2011/layout/CircleProcess"/>
    <dgm:cxn modelId="{49B608F7-F9B5-453E-A6D7-41E7F3574E41}" srcId="{CC63C363-DCCE-4549-86DE-917B591548C3}" destId="{925C33C4-75AC-4D60-83A3-E4499602BF35}" srcOrd="4" destOrd="0" parTransId="{003DE7E7-ADE3-43A0-9CE1-3CF56C8E1ABD}" sibTransId="{DC39873C-93C1-47DF-BAE1-C9F066BD917D}"/>
    <dgm:cxn modelId="{E92F912C-41CF-46F1-9C06-76A196B3E47C}" type="presParOf" srcId="{9DB8C70C-AD04-4C15-B17B-0042EBCCA154}" destId="{56DCAA06-DB57-4C24-982D-125C9E9F326B}" srcOrd="0" destOrd="0" presId="urn:microsoft.com/office/officeart/2011/layout/CircleProcess"/>
    <dgm:cxn modelId="{1C0B7763-F1D5-49C2-96C1-27C7E98D4C85}" type="presParOf" srcId="{56DCAA06-DB57-4C24-982D-125C9E9F326B}" destId="{B27EFB48-75B7-4A29-A4FF-ADB12F685011}" srcOrd="0" destOrd="0" presId="urn:microsoft.com/office/officeart/2011/layout/CircleProcess"/>
    <dgm:cxn modelId="{0C4153DF-EA1E-43CC-A07B-64AE33302383}" type="presParOf" srcId="{9DB8C70C-AD04-4C15-B17B-0042EBCCA154}" destId="{EF6A2599-224F-463D-AD3B-A47A57C501AD}" srcOrd="1" destOrd="0" presId="urn:microsoft.com/office/officeart/2011/layout/CircleProcess"/>
    <dgm:cxn modelId="{C866F54B-F9DB-42BC-961F-915374524872}" type="presParOf" srcId="{EF6A2599-224F-463D-AD3B-A47A57C501AD}" destId="{F0534E7B-E642-44A8-BACD-5CE01B9CE07D}" srcOrd="0" destOrd="0" presId="urn:microsoft.com/office/officeart/2011/layout/CircleProcess"/>
    <dgm:cxn modelId="{89E3E864-A62F-4E49-859E-1F5C5CFFC323}" type="presParOf" srcId="{9DB8C70C-AD04-4C15-B17B-0042EBCCA154}" destId="{8E57F7B2-4BB3-443A-A0F0-62101784834C}" srcOrd="2" destOrd="0" presId="urn:microsoft.com/office/officeart/2011/layout/CircleProcess"/>
    <dgm:cxn modelId="{E38BC34C-C104-4EF2-9D01-35BA6FDDD3C6}" type="presParOf" srcId="{9DB8C70C-AD04-4C15-B17B-0042EBCCA154}" destId="{7D3ABA1D-0BD2-4DA4-A1E4-F3DA53506386}" srcOrd="3" destOrd="0" presId="urn:microsoft.com/office/officeart/2011/layout/CircleProcess"/>
    <dgm:cxn modelId="{A3D50822-4F87-45BB-B290-8CD3EFF726B7}" type="presParOf" srcId="{7D3ABA1D-0BD2-4DA4-A1E4-F3DA53506386}" destId="{04D7963F-6299-4BE3-ACF3-B799D0EDD0AD}" srcOrd="0" destOrd="0" presId="urn:microsoft.com/office/officeart/2011/layout/CircleProcess"/>
    <dgm:cxn modelId="{554C1692-A173-4B9B-87C5-E39374DFF4C9}" type="presParOf" srcId="{9DB8C70C-AD04-4C15-B17B-0042EBCCA154}" destId="{7775E6C2-8C2B-4219-98E0-E6EA2BFD07B9}" srcOrd="4" destOrd="0" presId="urn:microsoft.com/office/officeart/2011/layout/CircleProcess"/>
    <dgm:cxn modelId="{5E2C9F82-FC4A-47CA-AA77-008CE6FC3C6A}" type="presParOf" srcId="{7775E6C2-8C2B-4219-98E0-E6EA2BFD07B9}" destId="{C7642013-AEDF-4C1B-8CDB-4875A7211AD7}" srcOrd="0" destOrd="0" presId="urn:microsoft.com/office/officeart/2011/layout/CircleProcess"/>
    <dgm:cxn modelId="{3480560A-83CA-412A-900D-830642DBC412}" type="presParOf" srcId="{9DB8C70C-AD04-4C15-B17B-0042EBCCA154}" destId="{204936DF-44B6-4C4A-8A76-2627EC7EA25B}" srcOrd="5" destOrd="0" presId="urn:microsoft.com/office/officeart/2011/layout/CircleProcess"/>
    <dgm:cxn modelId="{1460C3F4-A2F7-40A0-A5DF-888168BAF22B}" type="presParOf" srcId="{9DB8C70C-AD04-4C15-B17B-0042EBCCA154}" destId="{5B62DE3B-682D-4258-AF90-8B0F95BAEB4D}" srcOrd="6" destOrd="0" presId="urn:microsoft.com/office/officeart/2011/layout/CircleProcess"/>
    <dgm:cxn modelId="{600CBCAC-3CF5-4C70-B486-D27F2C8453CE}" type="presParOf" srcId="{5B62DE3B-682D-4258-AF90-8B0F95BAEB4D}" destId="{2F3D0E46-23EE-47A2-96A0-56A6AB1712EB}" srcOrd="0" destOrd="0" presId="urn:microsoft.com/office/officeart/2011/layout/CircleProcess"/>
    <dgm:cxn modelId="{1729982C-8486-4580-8AC6-338C2B6EBC48}" type="presParOf" srcId="{9DB8C70C-AD04-4C15-B17B-0042EBCCA154}" destId="{A145722D-16E5-41BE-B546-E12B0A71F6CF}" srcOrd="7" destOrd="0" presId="urn:microsoft.com/office/officeart/2011/layout/CircleProcess"/>
    <dgm:cxn modelId="{68BF05DD-92E7-4969-A8A4-E6D2FCFA3E4E}" type="presParOf" srcId="{A145722D-16E5-41BE-B546-E12B0A71F6CF}" destId="{26F7BB27-6798-4514-AF4E-0F699046228E}" srcOrd="0" destOrd="0" presId="urn:microsoft.com/office/officeart/2011/layout/CircleProcess"/>
    <dgm:cxn modelId="{DECBCDF7-F520-4487-8D72-5C73EE36557E}" type="presParOf" srcId="{9DB8C70C-AD04-4C15-B17B-0042EBCCA154}" destId="{B32CB1BB-0B3F-4F25-8C78-25C28EC0F55A}" srcOrd="8" destOrd="0" presId="urn:microsoft.com/office/officeart/2011/layout/CircleProcess"/>
    <dgm:cxn modelId="{6750F959-ABAD-4CEB-B9E3-D11DE0A185BC}" type="presParOf" srcId="{9DB8C70C-AD04-4C15-B17B-0042EBCCA154}" destId="{4CFA214C-0F0B-4BF6-9C3E-4921520AB82A}" srcOrd="9" destOrd="0" presId="urn:microsoft.com/office/officeart/2011/layout/CircleProcess"/>
    <dgm:cxn modelId="{686ABE36-D340-43E6-8F53-B60BD7258CC4}" type="presParOf" srcId="{4CFA214C-0F0B-4BF6-9C3E-4921520AB82A}" destId="{378A2A89-3BC1-406A-9145-9FCA0DD01186}" srcOrd="0" destOrd="0" presId="urn:microsoft.com/office/officeart/2011/layout/CircleProcess"/>
    <dgm:cxn modelId="{B0D3C848-D84F-4203-97B0-5FA5E3FD6578}" type="presParOf" srcId="{9DB8C70C-AD04-4C15-B17B-0042EBCCA154}" destId="{5C8A109E-9383-40FB-9F55-EFA5209C01AC}" srcOrd="10" destOrd="0" presId="urn:microsoft.com/office/officeart/2011/layout/CircleProcess"/>
    <dgm:cxn modelId="{2D37056F-9AA7-4066-B6A2-474E7B938DFB}" type="presParOf" srcId="{5C8A109E-9383-40FB-9F55-EFA5209C01AC}" destId="{E6012308-3456-4621-BF23-DBB089FFA586}" srcOrd="0" destOrd="0" presId="urn:microsoft.com/office/officeart/2011/layout/CircleProcess"/>
    <dgm:cxn modelId="{30C76DF8-B5D2-4AF5-B189-559113BD94B7}" type="presParOf" srcId="{9DB8C70C-AD04-4C15-B17B-0042EBCCA154}" destId="{F9115BE6-6A0C-4249-9E5A-7A8FA69FA3F5}" srcOrd="11" destOrd="0" presId="urn:microsoft.com/office/officeart/2011/layout/CircleProcess"/>
    <dgm:cxn modelId="{E4454808-A005-4CE9-9591-2C7D66441DAA}" type="presParOf" srcId="{9DB8C70C-AD04-4C15-B17B-0042EBCCA154}" destId="{CD373B72-D178-4183-A478-2696A90276F7}" srcOrd="12" destOrd="0" presId="urn:microsoft.com/office/officeart/2011/layout/CircleProcess"/>
    <dgm:cxn modelId="{54B69F34-4F2E-4EE6-BE93-CF1C65F86C34}" type="presParOf" srcId="{CD373B72-D178-4183-A478-2696A90276F7}" destId="{7C1F2995-ADEE-4A08-BD23-8A126527E78E}" srcOrd="0" destOrd="0" presId="urn:microsoft.com/office/officeart/2011/layout/CircleProcess"/>
    <dgm:cxn modelId="{700F6D3B-C2EA-45B1-A290-411552177002}" type="presParOf" srcId="{9DB8C70C-AD04-4C15-B17B-0042EBCCA154}" destId="{FEFF0E83-47D8-4EB0-82D8-C9D9450FF9F2}" srcOrd="13" destOrd="0" presId="urn:microsoft.com/office/officeart/2011/layout/CircleProcess"/>
    <dgm:cxn modelId="{0E82D3CB-7F51-40EF-960B-ADB5FF45F881}" type="presParOf" srcId="{FEFF0E83-47D8-4EB0-82D8-C9D9450FF9F2}" destId="{3A9CB254-2D08-4BD8-966C-F07958D8C46D}" srcOrd="0" destOrd="0" presId="urn:microsoft.com/office/officeart/2011/layout/CircleProcess"/>
    <dgm:cxn modelId="{7F36FB13-5596-4660-92B2-6C1A246F6276}" type="presParOf" srcId="{9DB8C70C-AD04-4C15-B17B-0042EBCCA154}" destId="{396BE834-2399-4DCE-8FCC-F2DF165E0467}" srcOrd="14" destOrd="0" presId="urn:microsoft.com/office/officeart/2011/layout/CircleProcess"/>
    <dgm:cxn modelId="{BCB979B3-26EA-4C73-B193-6420BAF297DE}" type="presParOf" srcId="{9DB8C70C-AD04-4C15-B17B-0042EBCCA154}" destId="{54EAF988-DE42-4A80-B731-5B1E2FAF230C}" srcOrd="15" destOrd="0" presId="urn:microsoft.com/office/officeart/2011/layout/CircleProcess"/>
    <dgm:cxn modelId="{3E291342-A0EE-4FFE-853D-CB0ECE937597}" type="presParOf" srcId="{54EAF988-DE42-4A80-B731-5B1E2FAF230C}" destId="{51C5A5E7-3A7B-41EE-BB43-E56E300132AC}" srcOrd="0" destOrd="0" presId="urn:microsoft.com/office/officeart/2011/layout/CircleProcess"/>
    <dgm:cxn modelId="{B44C36B2-F43B-41FA-B0B4-5F25383E8AA2}" type="presParOf" srcId="{9DB8C70C-AD04-4C15-B17B-0042EBCCA154}" destId="{7BF70FD0-7691-4855-835D-82E77B586BD7}" srcOrd="16" destOrd="0" presId="urn:microsoft.com/office/officeart/2011/layout/CircleProcess"/>
    <dgm:cxn modelId="{921A0C6C-E8AA-43AA-986D-ABBB744E4993}" type="presParOf" srcId="{7BF70FD0-7691-4855-835D-82E77B586BD7}" destId="{03C576D1-E14C-400F-9D97-2F31583A690B}" srcOrd="0" destOrd="0" presId="urn:microsoft.com/office/officeart/2011/layout/CircleProcess"/>
    <dgm:cxn modelId="{0D374C10-236A-4D45-849A-D57D683B196F}" type="presParOf" srcId="{9DB8C70C-AD04-4C15-B17B-0042EBCCA154}" destId="{147ED517-69E0-4E91-94AA-D1127D3666D1}"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76B14B-DFDD-4571-AE97-48234CE8D8D9}"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AD3FFA3D-349C-424B-9960-7B8F1E5BC8FC}">
      <dgm:prSet phldrT="[Text]"/>
      <dgm:spPr/>
      <dgm:t>
        <a:bodyPr/>
        <a:lstStyle/>
        <a:p>
          <a:pPr>
            <a:buNone/>
          </a:pPr>
          <a:r>
            <a:rPr lang="en-IN" dirty="0"/>
            <a:t>Danger Situation</a:t>
          </a:r>
        </a:p>
      </dgm:t>
    </dgm:pt>
    <dgm:pt modelId="{C3DCEEBF-24EF-49E4-BBA3-24295008C8B4}" type="parTrans" cxnId="{D49402BA-AE98-4B8A-BBAB-4B48B51A0BCC}">
      <dgm:prSet/>
      <dgm:spPr/>
      <dgm:t>
        <a:bodyPr/>
        <a:lstStyle/>
        <a:p>
          <a:endParaRPr lang="en-IN"/>
        </a:p>
      </dgm:t>
    </dgm:pt>
    <dgm:pt modelId="{5A8BD910-9534-48FA-ABF4-987AAFAE0082}" type="sibTrans" cxnId="{D49402BA-AE98-4B8A-BBAB-4B48B51A0BCC}">
      <dgm:prSet/>
      <dgm:spPr/>
      <dgm:t>
        <a:bodyPr/>
        <a:lstStyle/>
        <a:p>
          <a:endParaRPr lang="en-IN"/>
        </a:p>
      </dgm:t>
    </dgm:pt>
    <dgm:pt modelId="{CC88E22B-1321-4F96-B327-D340D07BB2D0}">
      <dgm:prSet phldrT="[Text]"/>
      <dgm:spPr/>
      <dgm:t>
        <a:bodyPr/>
        <a:lstStyle/>
        <a:p>
          <a:pPr>
            <a:buNone/>
          </a:pPr>
          <a:r>
            <a:rPr lang="en-IN" dirty="0"/>
            <a:t>Trigger Detection</a:t>
          </a:r>
        </a:p>
      </dgm:t>
    </dgm:pt>
    <dgm:pt modelId="{F72BFB25-A6FF-453B-841D-F378C838FE5F}" type="parTrans" cxnId="{AFFB81D9-6666-4653-A721-02173B4B11F3}">
      <dgm:prSet/>
      <dgm:spPr/>
      <dgm:t>
        <a:bodyPr/>
        <a:lstStyle/>
        <a:p>
          <a:endParaRPr lang="en-IN"/>
        </a:p>
      </dgm:t>
    </dgm:pt>
    <dgm:pt modelId="{A76F5E92-B8E8-4FC8-B852-BB7F1D19D1EB}" type="sibTrans" cxnId="{AFFB81D9-6666-4653-A721-02173B4B11F3}">
      <dgm:prSet/>
      <dgm:spPr/>
      <dgm:t>
        <a:bodyPr/>
        <a:lstStyle/>
        <a:p>
          <a:endParaRPr lang="en-IN"/>
        </a:p>
      </dgm:t>
    </dgm:pt>
    <dgm:pt modelId="{B9884AB4-8CDF-47D7-811A-A60E8D1879B1}">
      <dgm:prSet phldrT="[Text]"/>
      <dgm:spPr/>
      <dgm:t>
        <a:bodyPr/>
        <a:lstStyle/>
        <a:p>
          <a:pPr>
            <a:buNone/>
          </a:pPr>
          <a:r>
            <a:rPr lang="en-IN" dirty="0"/>
            <a:t>Danger Detection</a:t>
          </a:r>
        </a:p>
      </dgm:t>
    </dgm:pt>
    <dgm:pt modelId="{64D0BB92-CE0A-4691-A6CE-6364B87984E5}" type="parTrans" cxnId="{6935EFFA-B7E2-4974-A209-AD0639F9819F}">
      <dgm:prSet/>
      <dgm:spPr/>
      <dgm:t>
        <a:bodyPr/>
        <a:lstStyle/>
        <a:p>
          <a:endParaRPr lang="en-IN"/>
        </a:p>
      </dgm:t>
    </dgm:pt>
    <dgm:pt modelId="{89C9CC1C-A26D-4189-89FD-C40A03A38A43}" type="sibTrans" cxnId="{6935EFFA-B7E2-4974-A209-AD0639F9819F}">
      <dgm:prSet/>
      <dgm:spPr/>
      <dgm:t>
        <a:bodyPr/>
        <a:lstStyle/>
        <a:p>
          <a:endParaRPr lang="en-IN"/>
        </a:p>
      </dgm:t>
    </dgm:pt>
    <dgm:pt modelId="{400E1332-F289-41C3-A798-DDD7A9D1E847}">
      <dgm:prSet phldrT="[Text]" phldr="0"/>
      <dgm:spPr/>
      <dgm:t>
        <a:bodyPr/>
        <a:lstStyle/>
        <a:p>
          <a:pPr>
            <a:buNone/>
          </a:pPr>
          <a:r>
            <a:rPr lang="en-IN" dirty="0"/>
            <a:t>SOS</a:t>
          </a:r>
        </a:p>
      </dgm:t>
    </dgm:pt>
    <dgm:pt modelId="{C7A067FA-6D91-4A48-82B5-AF984D734E87}" type="parTrans" cxnId="{3B881378-2964-4BCA-828D-45E93979A8A9}">
      <dgm:prSet/>
      <dgm:spPr/>
      <dgm:t>
        <a:bodyPr/>
        <a:lstStyle/>
        <a:p>
          <a:endParaRPr lang="en-IN"/>
        </a:p>
      </dgm:t>
    </dgm:pt>
    <dgm:pt modelId="{B2584D45-BEDE-4BC5-8B97-E6FB4B145E8E}" type="sibTrans" cxnId="{3B881378-2964-4BCA-828D-45E93979A8A9}">
      <dgm:prSet/>
      <dgm:spPr/>
      <dgm:t>
        <a:bodyPr/>
        <a:lstStyle/>
        <a:p>
          <a:endParaRPr lang="en-IN"/>
        </a:p>
      </dgm:t>
    </dgm:pt>
    <dgm:pt modelId="{59D96CC1-44C2-4E76-931F-6625FE562101}">
      <dgm:prSet phldrT="[Text]" phldr="0"/>
      <dgm:spPr/>
      <dgm:t>
        <a:bodyPr/>
        <a:lstStyle/>
        <a:p>
          <a:pPr>
            <a:buNone/>
          </a:pPr>
          <a:r>
            <a:rPr lang="en-IN" dirty="0"/>
            <a:t>Location</a:t>
          </a:r>
        </a:p>
      </dgm:t>
    </dgm:pt>
    <dgm:pt modelId="{ED36322A-888D-4753-A3FB-894657D00DAC}" type="parTrans" cxnId="{2115DC8A-4B8F-4FFA-9885-43B37E32A1CC}">
      <dgm:prSet/>
      <dgm:spPr/>
      <dgm:t>
        <a:bodyPr/>
        <a:lstStyle/>
        <a:p>
          <a:endParaRPr lang="en-IN"/>
        </a:p>
      </dgm:t>
    </dgm:pt>
    <dgm:pt modelId="{8FBE9A38-B549-48B2-B0AE-AC5521DDD0C8}" type="sibTrans" cxnId="{2115DC8A-4B8F-4FFA-9885-43B37E32A1CC}">
      <dgm:prSet/>
      <dgm:spPr/>
      <dgm:t>
        <a:bodyPr/>
        <a:lstStyle/>
        <a:p>
          <a:endParaRPr lang="en-IN"/>
        </a:p>
      </dgm:t>
    </dgm:pt>
    <dgm:pt modelId="{B90F93E7-71EA-482F-B162-F768ED8BE597}">
      <dgm:prSet phldrT="[Text]" phldr="0"/>
      <dgm:spPr/>
      <dgm:t>
        <a:bodyPr/>
        <a:lstStyle/>
        <a:p>
          <a:r>
            <a:rPr lang="en-IN" dirty="0"/>
            <a:t>Alert</a:t>
          </a:r>
        </a:p>
      </dgm:t>
    </dgm:pt>
    <dgm:pt modelId="{F8A0F396-8877-420F-A347-04DD30463FC5}" type="parTrans" cxnId="{997E7C7F-A411-4950-A4CB-3F7521D27840}">
      <dgm:prSet/>
      <dgm:spPr/>
      <dgm:t>
        <a:bodyPr/>
        <a:lstStyle/>
        <a:p>
          <a:endParaRPr lang="en-IN"/>
        </a:p>
      </dgm:t>
    </dgm:pt>
    <dgm:pt modelId="{CD0CA145-500B-4113-A603-FFA480E1ED3F}" type="sibTrans" cxnId="{997E7C7F-A411-4950-A4CB-3F7521D27840}">
      <dgm:prSet/>
      <dgm:spPr/>
      <dgm:t>
        <a:bodyPr/>
        <a:lstStyle/>
        <a:p>
          <a:endParaRPr lang="en-IN"/>
        </a:p>
      </dgm:t>
    </dgm:pt>
    <dgm:pt modelId="{2C5F6DDF-38F9-4991-8AFD-5F6448C92DAC}">
      <dgm:prSet phldrT="[Text]" phldr="0"/>
      <dgm:spPr/>
      <dgm:t>
        <a:bodyPr/>
        <a:lstStyle/>
        <a:p>
          <a:r>
            <a:rPr lang="en-IN" dirty="0"/>
            <a:t>Contacts</a:t>
          </a:r>
        </a:p>
      </dgm:t>
    </dgm:pt>
    <dgm:pt modelId="{77DA77B8-3E49-445A-8334-DF165582ADB7}" type="parTrans" cxnId="{131C277E-8295-4562-87D5-2F4FDA4A4B29}">
      <dgm:prSet/>
      <dgm:spPr/>
      <dgm:t>
        <a:bodyPr/>
        <a:lstStyle/>
        <a:p>
          <a:endParaRPr lang="en-IN"/>
        </a:p>
      </dgm:t>
    </dgm:pt>
    <dgm:pt modelId="{8400412C-CDD0-46F7-BF39-772D7B9BFBAD}" type="sibTrans" cxnId="{131C277E-8295-4562-87D5-2F4FDA4A4B29}">
      <dgm:prSet/>
      <dgm:spPr/>
      <dgm:t>
        <a:bodyPr/>
        <a:lstStyle/>
        <a:p>
          <a:endParaRPr lang="en-IN"/>
        </a:p>
      </dgm:t>
    </dgm:pt>
    <dgm:pt modelId="{A3108726-6F0C-4838-BD2A-4179E214D76C}" type="pres">
      <dgm:prSet presAssocID="{7076B14B-DFDD-4571-AE97-48234CE8D8D9}" presName="Name0" presStyleCnt="0">
        <dgm:presLayoutVars>
          <dgm:dir/>
          <dgm:resizeHandles val="exact"/>
        </dgm:presLayoutVars>
      </dgm:prSet>
      <dgm:spPr/>
    </dgm:pt>
    <dgm:pt modelId="{E198F1C4-9DF0-4BA6-84D6-B1E5E4447051}" type="pres">
      <dgm:prSet presAssocID="{AD3FFA3D-349C-424B-9960-7B8F1E5BC8FC}" presName="node" presStyleLbl="node1" presStyleIdx="0" presStyleCnt="7">
        <dgm:presLayoutVars>
          <dgm:bulletEnabled val="1"/>
        </dgm:presLayoutVars>
      </dgm:prSet>
      <dgm:spPr/>
    </dgm:pt>
    <dgm:pt modelId="{F4D9E60B-8A01-4DF5-8A9E-DE055765FC8D}" type="pres">
      <dgm:prSet presAssocID="{5A8BD910-9534-48FA-ABF4-987AAFAE0082}" presName="sibTrans" presStyleLbl="sibTrans2D1" presStyleIdx="0" presStyleCnt="6"/>
      <dgm:spPr/>
    </dgm:pt>
    <dgm:pt modelId="{1DB58356-AEE0-4940-83E2-641D3C3D25EF}" type="pres">
      <dgm:prSet presAssocID="{5A8BD910-9534-48FA-ABF4-987AAFAE0082}" presName="connectorText" presStyleLbl="sibTrans2D1" presStyleIdx="0" presStyleCnt="6"/>
      <dgm:spPr/>
    </dgm:pt>
    <dgm:pt modelId="{95D4BB80-1B85-4933-BFA0-A92F2FC2A3FF}" type="pres">
      <dgm:prSet presAssocID="{CC88E22B-1321-4F96-B327-D340D07BB2D0}" presName="node" presStyleLbl="node1" presStyleIdx="1" presStyleCnt="7">
        <dgm:presLayoutVars>
          <dgm:bulletEnabled val="1"/>
        </dgm:presLayoutVars>
      </dgm:prSet>
      <dgm:spPr/>
    </dgm:pt>
    <dgm:pt modelId="{61E49959-96F7-4B48-8411-9177D90BED1D}" type="pres">
      <dgm:prSet presAssocID="{A76F5E92-B8E8-4FC8-B852-BB7F1D19D1EB}" presName="sibTrans" presStyleLbl="sibTrans2D1" presStyleIdx="1" presStyleCnt="6"/>
      <dgm:spPr/>
    </dgm:pt>
    <dgm:pt modelId="{ED0A8E18-45B0-4E70-8160-B06DBB8269A0}" type="pres">
      <dgm:prSet presAssocID="{A76F5E92-B8E8-4FC8-B852-BB7F1D19D1EB}" presName="connectorText" presStyleLbl="sibTrans2D1" presStyleIdx="1" presStyleCnt="6"/>
      <dgm:spPr/>
    </dgm:pt>
    <dgm:pt modelId="{0C27C20E-F92D-4848-9AA0-63E1D4D13C06}" type="pres">
      <dgm:prSet presAssocID="{B9884AB4-8CDF-47D7-811A-A60E8D1879B1}" presName="node" presStyleLbl="node1" presStyleIdx="2" presStyleCnt="7">
        <dgm:presLayoutVars>
          <dgm:bulletEnabled val="1"/>
        </dgm:presLayoutVars>
      </dgm:prSet>
      <dgm:spPr/>
    </dgm:pt>
    <dgm:pt modelId="{0688C50D-1335-4906-9ECB-FD8CAB241802}" type="pres">
      <dgm:prSet presAssocID="{89C9CC1C-A26D-4189-89FD-C40A03A38A43}" presName="sibTrans" presStyleLbl="sibTrans2D1" presStyleIdx="2" presStyleCnt="6"/>
      <dgm:spPr/>
    </dgm:pt>
    <dgm:pt modelId="{FB16D372-6EFD-4238-9167-118123A999A4}" type="pres">
      <dgm:prSet presAssocID="{89C9CC1C-A26D-4189-89FD-C40A03A38A43}" presName="connectorText" presStyleLbl="sibTrans2D1" presStyleIdx="2" presStyleCnt="6"/>
      <dgm:spPr/>
    </dgm:pt>
    <dgm:pt modelId="{E1CDEFCF-5880-4A0A-A262-EA53452420CD}" type="pres">
      <dgm:prSet presAssocID="{400E1332-F289-41C3-A798-DDD7A9D1E847}" presName="node" presStyleLbl="node1" presStyleIdx="3" presStyleCnt="7">
        <dgm:presLayoutVars>
          <dgm:bulletEnabled val="1"/>
        </dgm:presLayoutVars>
      </dgm:prSet>
      <dgm:spPr/>
    </dgm:pt>
    <dgm:pt modelId="{950D59A6-3657-429C-84D9-5FDCFECBC3F2}" type="pres">
      <dgm:prSet presAssocID="{B2584D45-BEDE-4BC5-8B97-E6FB4B145E8E}" presName="sibTrans" presStyleLbl="sibTrans2D1" presStyleIdx="3" presStyleCnt="6"/>
      <dgm:spPr/>
    </dgm:pt>
    <dgm:pt modelId="{185FB09D-0BC3-4977-AB40-C1149579AED1}" type="pres">
      <dgm:prSet presAssocID="{B2584D45-BEDE-4BC5-8B97-E6FB4B145E8E}" presName="connectorText" presStyleLbl="sibTrans2D1" presStyleIdx="3" presStyleCnt="6"/>
      <dgm:spPr/>
    </dgm:pt>
    <dgm:pt modelId="{C0D34195-D0BC-4218-ADB9-76C48EC7BB88}" type="pres">
      <dgm:prSet presAssocID="{59D96CC1-44C2-4E76-931F-6625FE562101}" presName="node" presStyleLbl="node1" presStyleIdx="4" presStyleCnt="7">
        <dgm:presLayoutVars>
          <dgm:bulletEnabled val="1"/>
        </dgm:presLayoutVars>
      </dgm:prSet>
      <dgm:spPr/>
    </dgm:pt>
    <dgm:pt modelId="{5A41F7FE-7D03-404B-9542-094DA8D2B269}" type="pres">
      <dgm:prSet presAssocID="{8FBE9A38-B549-48B2-B0AE-AC5521DDD0C8}" presName="sibTrans" presStyleLbl="sibTrans2D1" presStyleIdx="4" presStyleCnt="6"/>
      <dgm:spPr/>
    </dgm:pt>
    <dgm:pt modelId="{CDE7F799-A9B3-4CF3-BA8C-F06D60172667}" type="pres">
      <dgm:prSet presAssocID="{8FBE9A38-B549-48B2-B0AE-AC5521DDD0C8}" presName="connectorText" presStyleLbl="sibTrans2D1" presStyleIdx="4" presStyleCnt="6"/>
      <dgm:spPr/>
    </dgm:pt>
    <dgm:pt modelId="{F5CE6B26-F82B-4691-8234-90D67DD0EB80}" type="pres">
      <dgm:prSet presAssocID="{B90F93E7-71EA-482F-B162-F768ED8BE597}" presName="node" presStyleLbl="node1" presStyleIdx="5" presStyleCnt="7">
        <dgm:presLayoutVars>
          <dgm:bulletEnabled val="1"/>
        </dgm:presLayoutVars>
      </dgm:prSet>
      <dgm:spPr/>
    </dgm:pt>
    <dgm:pt modelId="{2073F1CB-E66C-42D1-9AFA-AE5BEB9CAF84}" type="pres">
      <dgm:prSet presAssocID="{CD0CA145-500B-4113-A603-FFA480E1ED3F}" presName="sibTrans" presStyleLbl="sibTrans2D1" presStyleIdx="5" presStyleCnt="6"/>
      <dgm:spPr/>
    </dgm:pt>
    <dgm:pt modelId="{DCC3E347-0CC9-4CBD-A713-6DC9772E301B}" type="pres">
      <dgm:prSet presAssocID="{CD0CA145-500B-4113-A603-FFA480E1ED3F}" presName="connectorText" presStyleLbl="sibTrans2D1" presStyleIdx="5" presStyleCnt="6"/>
      <dgm:spPr/>
    </dgm:pt>
    <dgm:pt modelId="{02E3B24B-C5DC-4F1E-8B18-65496703AD52}" type="pres">
      <dgm:prSet presAssocID="{2C5F6DDF-38F9-4991-8AFD-5F6448C92DAC}" presName="node" presStyleLbl="node1" presStyleIdx="6" presStyleCnt="7">
        <dgm:presLayoutVars>
          <dgm:bulletEnabled val="1"/>
        </dgm:presLayoutVars>
      </dgm:prSet>
      <dgm:spPr/>
    </dgm:pt>
  </dgm:ptLst>
  <dgm:cxnLst>
    <dgm:cxn modelId="{6B6C6602-CF5B-45A4-8826-4E67F0FFCFC7}" type="presOf" srcId="{CD0CA145-500B-4113-A603-FFA480E1ED3F}" destId="{DCC3E347-0CC9-4CBD-A713-6DC9772E301B}" srcOrd="1" destOrd="0" presId="urn:microsoft.com/office/officeart/2005/8/layout/process1"/>
    <dgm:cxn modelId="{ECA7A908-039A-4449-8057-22031C795E87}" type="presOf" srcId="{89C9CC1C-A26D-4189-89FD-C40A03A38A43}" destId="{FB16D372-6EFD-4238-9167-118123A999A4}" srcOrd="1" destOrd="0" presId="urn:microsoft.com/office/officeart/2005/8/layout/process1"/>
    <dgm:cxn modelId="{A33C9509-5036-4DB4-8661-DE70D0696B3D}" type="presOf" srcId="{5A8BD910-9534-48FA-ABF4-987AAFAE0082}" destId="{F4D9E60B-8A01-4DF5-8A9E-DE055765FC8D}" srcOrd="0" destOrd="0" presId="urn:microsoft.com/office/officeart/2005/8/layout/process1"/>
    <dgm:cxn modelId="{C2C60F19-E0BD-42B4-A089-C053B8A78B44}" type="presOf" srcId="{8FBE9A38-B549-48B2-B0AE-AC5521DDD0C8}" destId="{CDE7F799-A9B3-4CF3-BA8C-F06D60172667}" srcOrd="1" destOrd="0" presId="urn:microsoft.com/office/officeart/2005/8/layout/process1"/>
    <dgm:cxn modelId="{0B21892F-B3C3-472C-8417-64FCCA797767}" type="presOf" srcId="{B9884AB4-8CDF-47D7-811A-A60E8D1879B1}" destId="{0C27C20E-F92D-4848-9AA0-63E1D4D13C06}" srcOrd="0" destOrd="0" presId="urn:microsoft.com/office/officeart/2005/8/layout/process1"/>
    <dgm:cxn modelId="{31A9B92F-C549-4BCB-8DA3-A5FE07992F92}" type="presOf" srcId="{CC88E22B-1321-4F96-B327-D340D07BB2D0}" destId="{95D4BB80-1B85-4933-BFA0-A92F2FC2A3FF}" srcOrd="0" destOrd="0" presId="urn:microsoft.com/office/officeart/2005/8/layout/process1"/>
    <dgm:cxn modelId="{299D8D36-561C-45CD-BF3C-E797EEBDD22D}" type="presOf" srcId="{2C5F6DDF-38F9-4991-8AFD-5F6448C92DAC}" destId="{02E3B24B-C5DC-4F1E-8B18-65496703AD52}" srcOrd="0" destOrd="0" presId="urn:microsoft.com/office/officeart/2005/8/layout/process1"/>
    <dgm:cxn modelId="{D3E65C38-AEAE-49EB-A465-C1A1718B8544}" type="presOf" srcId="{A76F5E92-B8E8-4FC8-B852-BB7F1D19D1EB}" destId="{61E49959-96F7-4B48-8411-9177D90BED1D}" srcOrd="0" destOrd="0" presId="urn:microsoft.com/office/officeart/2005/8/layout/process1"/>
    <dgm:cxn modelId="{36C75D68-28C7-4542-A17D-4D36AB0D10C1}" type="presOf" srcId="{B2584D45-BEDE-4BC5-8B97-E6FB4B145E8E}" destId="{950D59A6-3657-429C-84D9-5FDCFECBC3F2}" srcOrd="0" destOrd="0" presId="urn:microsoft.com/office/officeart/2005/8/layout/process1"/>
    <dgm:cxn modelId="{AC04FA69-0D97-4552-9C00-B6C9585FC6F4}" type="presOf" srcId="{8FBE9A38-B549-48B2-B0AE-AC5521DDD0C8}" destId="{5A41F7FE-7D03-404B-9542-094DA8D2B269}" srcOrd="0" destOrd="0" presId="urn:microsoft.com/office/officeart/2005/8/layout/process1"/>
    <dgm:cxn modelId="{8F1BD36F-0B4E-4A07-946C-B88EC59C2854}" type="presOf" srcId="{89C9CC1C-A26D-4189-89FD-C40A03A38A43}" destId="{0688C50D-1335-4906-9ECB-FD8CAB241802}" srcOrd="0" destOrd="0" presId="urn:microsoft.com/office/officeart/2005/8/layout/process1"/>
    <dgm:cxn modelId="{E6DC6F76-4D4B-4FEB-B3DE-EBF57E88B77C}" type="presOf" srcId="{A76F5E92-B8E8-4FC8-B852-BB7F1D19D1EB}" destId="{ED0A8E18-45B0-4E70-8160-B06DBB8269A0}" srcOrd="1" destOrd="0" presId="urn:microsoft.com/office/officeart/2005/8/layout/process1"/>
    <dgm:cxn modelId="{3B881378-2964-4BCA-828D-45E93979A8A9}" srcId="{7076B14B-DFDD-4571-AE97-48234CE8D8D9}" destId="{400E1332-F289-41C3-A798-DDD7A9D1E847}" srcOrd="3" destOrd="0" parTransId="{C7A067FA-6D91-4A48-82B5-AF984D734E87}" sibTransId="{B2584D45-BEDE-4BC5-8B97-E6FB4B145E8E}"/>
    <dgm:cxn modelId="{E8CCAD79-9DE4-4F4A-834E-792189CB6164}" type="presOf" srcId="{AD3FFA3D-349C-424B-9960-7B8F1E5BC8FC}" destId="{E198F1C4-9DF0-4BA6-84D6-B1E5E4447051}" srcOrd="0" destOrd="0" presId="urn:microsoft.com/office/officeart/2005/8/layout/process1"/>
    <dgm:cxn modelId="{4A2D587B-CD93-4027-8FCF-A07B540A9768}" type="presOf" srcId="{B90F93E7-71EA-482F-B162-F768ED8BE597}" destId="{F5CE6B26-F82B-4691-8234-90D67DD0EB80}" srcOrd="0" destOrd="0" presId="urn:microsoft.com/office/officeart/2005/8/layout/process1"/>
    <dgm:cxn modelId="{131C277E-8295-4562-87D5-2F4FDA4A4B29}" srcId="{7076B14B-DFDD-4571-AE97-48234CE8D8D9}" destId="{2C5F6DDF-38F9-4991-8AFD-5F6448C92DAC}" srcOrd="6" destOrd="0" parTransId="{77DA77B8-3E49-445A-8334-DF165582ADB7}" sibTransId="{8400412C-CDD0-46F7-BF39-772D7B9BFBAD}"/>
    <dgm:cxn modelId="{997E7C7F-A411-4950-A4CB-3F7521D27840}" srcId="{7076B14B-DFDD-4571-AE97-48234CE8D8D9}" destId="{B90F93E7-71EA-482F-B162-F768ED8BE597}" srcOrd="5" destOrd="0" parTransId="{F8A0F396-8877-420F-A347-04DD30463FC5}" sibTransId="{CD0CA145-500B-4113-A603-FFA480E1ED3F}"/>
    <dgm:cxn modelId="{2115DC8A-4B8F-4FFA-9885-43B37E32A1CC}" srcId="{7076B14B-DFDD-4571-AE97-48234CE8D8D9}" destId="{59D96CC1-44C2-4E76-931F-6625FE562101}" srcOrd="4" destOrd="0" parTransId="{ED36322A-888D-4753-A3FB-894657D00DAC}" sibTransId="{8FBE9A38-B549-48B2-B0AE-AC5521DDD0C8}"/>
    <dgm:cxn modelId="{6BF46F8F-F132-44EE-A999-33D2569CE945}" type="presOf" srcId="{59D96CC1-44C2-4E76-931F-6625FE562101}" destId="{C0D34195-D0BC-4218-ADB9-76C48EC7BB88}" srcOrd="0" destOrd="0" presId="urn:microsoft.com/office/officeart/2005/8/layout/process1"/>
    <dgm:cxn modelId="{7AF890A6-BF01-4C63-B510-DC9BA72A223A}" type="presOf" srcId="{B2584D45-BEDE-4BC5-8B97-E6FB4B145E8E}" destId="{185FB09D-0BC3-4977-AB40-C1149579AED1}" srcOrd="1" destOrd="0" presId="urn:microsoft.com/office/officeart/2005/8/layout/process1"/>
    <dgm:cxn modelId="{F95A1FB3-37C6-4EF9-AF40-784E502B4135}" type="presOf" srcId="{5A8BD910-9534-48FA-ABF4-987AAFAE0082}" destId="{1DB58356-AEE0-4940-83E2-641D3C3D25EF}" srcOrd="1" destOrd="0" presId="urn:microsoft.com/office/officeart/2005/8/layout/process1"/>
    <dgm:cxn modelId="{D49402BA-AE98-4B8A-BBAB-4B48B51A0BCC}" srcId="{7076B14B-DFDD-4571-AE97-48234CE8D8D9}" destId="{AD3FFA3D-349C-424B-9960-7B8F1E5BC8FC}" srcOrd="0" destOrd="0" parTransId="{C3DCEEBF-24EF-49E4-BBA3-24295008C8B4}" sibTransId="{5A8BD910-9534-48FA-ABF4-987AAFAE0082}"/>
    <dgm:cxn modelId="{E2335AD3-292A-4566-B7CB-59DC0AFE13E7}" type="presOf" srcId="{7076B14B-DFDD-4571-AE97-48234CE8D8D9}" destId="{A3108726-6F0C-4838-BD2A-4179E214D76C}" srcOrd="0" destOrd="0" presId="urn:microsoft.com/office/officeart/2005/8/layout/process1"/>
    <dgm:cxn modelId="{AFFB81D9-6666-4653-A721-02173B4B11F3}" srcId="{7076B14B-DFDD-4571-AE97-48234CE8D8D9}" destId="{CC88E22B-1321-4F96-B327-D340D07BB2D0}" srcOrd="1" destOrd="0" parTransId="{F72BFB25-A6FF-453B-841D-F378C838FE5F}" sibTransId="{A76F5E92-B8E8-4FC8-B852-BB7F1D19D1EB}"/>
    <dgm:cxn modelId="{390956E5-77A2-41FB-AA4B-CD4FF699B517}" type="presOf" srcId="{CD0CA145-500B-4113-A603-FFA480E1ED3F}" destId="{2073F1CB-E66C-42D1-9AFA-AE5BEB9CAF84}" srcOrd="0" destOrd="0" presId="urn:microsoft.com/office/officeart/2005/8/layout/process1"/>
    <dgm:cxn modelId="{6935EFFA-B7E2-4974-A209-AD0639F9819F}" srcId="{7076B14B-DFDD-4571-AE97-48234CE8D8D9}" destId="{B9884AB4-8CDF-47D7-811A-A60E8D1879B1}" srcOrd="2" destOrd="0" parTransId="{64D0BB92-CE0A-4691-A6CE-6364B87984E5}" sibTransId="{89C9CC1C-A26D-4189-89FD-C40A03A38A43}"/>
    <dgm:cxn modelId="{436630FC-52E8-46EF-9069-8E66FF1FB468}" type="presOf" srcId="{400E1332-F289-41C3-A798-DDD7A9D1E847}" destId="{E1CDEFCF-5880-4A0A-A262-EA53452420CD}" srcOrd="0" destOrd="0" presId="urn:microsoft.com/office/officeart/2005/8/layout/process1"/>
    <dgm:cxn modelId="{653FBF29-00C9-4DF0-B1C3-94BDD603875F}" type="presParOf" srcId="{A3108726-6F0C-4838-BD2A-4179E214D76C}" destId="{E198F1C4-9DF0-4BA6-84D6-B1E5E4447051}" srcOrd="0" destOrd="0" presId="urn:microsoft.com/office/officeart/2005/8/layout/process1"/>
    <dgm:cxn modelId="{E2F028EE-5D6D-464A-8D9E-8827B9BEEC68}" type="presParOf" srcId="{A3108726-6F0C-4838-BD2A-4179E214D76C}" destId="{F4D9E60B-8A01-4DF5-8A9E-DE055765FC8D}" srcOrd="1" destOrd="0" presId="urn:microsoft.com/office/officeart/2005/8/layout/process1"/>
    <dgm:cxn modelId="{F00E648F-07E6-4316-B6E2-D4363D3BD75D}" type="presParOf" srcId="{F4D9E60B-8A01-4DF5-8A9E-DE055765FC8D}" destId="{1DB58356-AEE0-4940-83E2-641D3C3D25EF}" srcOrd="0" destOrd="0" presId="urn:microsoft.com/office/officeart/2005/8/layout/process1"/>
    <dgm:cxn modelId="{DDD71233-4529-4112-BB1E-D832D1F6A637}" type="presParOf" srcId="{A3108726-6F0C-4838-BD2A-4179E214D76C}" destId="{95D4BB80-1B85-4933-BFA0-A92F2FC2A3FF}" srcOrd="2" destOrd="0" presId="urn:microsoft.com/office/officeart/2005/8/layout/process1"/>
    <dgm:cxn modelId="{775FC744-C02D-4868-A9EE-F075B675C6D3}" type="presParOf" srcId="{A3108726-6F0C-4838-BD2A-4179E214D76C}" destId="{61E49959-96F7-4B48-8411-9177D90BED1D}" srcOrd="3" destOrd="0" presId="urn:microsoft.com/office/officeart/2005/8/layout/process1"/>
    <dgm:cxn modelId="{28F44DDF-0B1E-4E33-8039-4CF29DE94D48}" type="presParOf" srcId="{61E49959-96F7-4B48-8411-9177D90BED1D}" destId="{ED0A8E18-45B0-4E70-8160-B06DBB8269A0}" srcOrd="0" destOrd="0" presId="urn:microsoft.com/office/officeart/2005/8/layout/process1"/>
    <dgm:cxn modelId="{5444CFFE-89DE-4F30-8FCA-D9BE40ED4D0C}" type="presParOf" srcId="{A3108726-6F0C-4838-BD2A-4179E214D76C}" destId="{0C27C20E-F92D-4848-9AA0-63E1D4D13C06}" srcOrd="4" destOrd="0" presId="urn:microsoft.com/office/officeart/2005/8/layout/process1"/>
    <dgm:cxn modelId="{BF8384A3-5C8D-42FA-B3E6-811DF699675C}" type="presParOf" srcId="{A3108726-6F0C-4838-BD2A-4179E214D76C}" destId="{0688C50D-1335-4906-9ECB-FD8CAB241802}" srcOrd="5" destOrd="0" presId="urn:microsoft.com/office/officeart/2005/8/layout/process1"/>
    <dgm:cxn modelId="{5DEAC386-2256-4488-947B-B9BD6D221C48}" type="presParOf" srcId="{0688C50D-1335-4906-9ECB-FD8CAB241802}" destId="{FB16D372-6EFD-4238-9167-118123A999A4}" srcOrd="0" destOrd="0" presId="urn:microsoft.com/office/officeart/2005/8/layout/process1"/>
    <dgm:cxn modelId="{FC96F5E4-07F5-4572-BA14-927F13C2BE86}" type="presParOf" srcId="{A3108726-6F0C-4838-BD2A-4179E214D76C}" destId="{E1CDEFCF-5880-4A0A-A262-EA53452420CD}" srcOrd="6" destOrd="0" presId="urn:microsoft.com/office/officeart/2005/8/layout/process1"/>
    <dgm:cxn modelId="{B5D422A0-FEF1-43AD-86B3-B99BF818CBEF}" type="presParOf" srcId="{A3108726-6F0C-4838-BD2A-4179E214D76C}" destId="{950D59A6-3657-429C-84D9-5FDCFECBC3F2}" srcOrd="7" destOrd="0" presId="urn:microsoft.com/office/officeart/2005/8/layout/process1"/>
    <dgm:cxn modelId="{100853C8-D3E7-48D2-A142-9BE4417396A7}" type="presParOf" srcId="{950D59A6-3657-429C-84D9-5FDCFECBC3F2}" destId="{185FB09D-0BC3-4977-AB40-C1149579AED1}" srcOrd="0" destOrd="0" presId="urn:microsoft.com/office/officeart/2005/8/layout/process1"/>
    <dgm:cxn modelId="{E1CE5063-0169-4FEE-87F6-5FDAB2F97012}" type="presParOf" srcId="{A3108726-6F0C-4838-BD2A-4179E214D76C}" destId="{C0D34195-D0BC-4218-ADB9-76C48EC7BB88}" srcOrd="8" destOrd="0" presId="urn:microsoft.com/office/officeart/2005/8/layout/process1"/>
    <dgm:cxn modelId="{45361F51-E54F-4275-81AF-87D3CD12AF4A}" type="presParOf" srcId="{A3108726-6F0C-4838-BD2A-4179E214D76C}" destId="{5A41F7FE-7D03-404B-9542-094DA8D2B269}" srcOrd="9" destOrd="0" presId="urn:microsoft.com/office/officeart/2005/8/layout/process1"/>
    <dgm:cxn modelId="{11270355-6E7A-4830-A4A2-2E5E01D17CD3}" type="presParOf" srcId="{5A41F7FE-7D03-404B-9542-094DA8D2B269}" destId="{CDE7F799-A9B3-4CF3-BA8C-F06D60172667}" srcOrd="0" destOrd="0" presId="urn:microsoft.com/office/officeart/2005/8/layout/process1"/>
    <dgm:cxn modelId="{05088595-6C0D-43A3-9B9F-5ECB5B3D6C1C}" type="presParOf" srcId="{A3108726-6F0C-4838-BD2A-4179E214D76C}" destId="{F5CE6B26-F82B-4691-8234-90D67DD0EB80}" srcOrd="10" destOrd="0" presId="urn:microsoft.com/office/officeart/2005/8/layout/process1"/>
    <dgm:cxn modelId="{237F64B4-187A-47F9-809C-5F1E6F1FD231}" type="presParOf" srcId="{A3108726-6F0C-4838-BD2A-4179E214D76C}" destId="{2073F1CB-E66C-42D1-9AFA-AE5BEB9CAF84}" srcOrd="11" destOrd="0" presId="urn:microsoft.com/office/officeart/2005/8/layout/process1"/>
    <dgm:cxn modelId="{9E145A22-564B-456C-868E-83CF12780EC6}" type="presParOf" srcId="{2073F1CB-E66C-42D1-9AFA-AE5BEB9CAF84}" destId="{DCC3E347-0CC9-4CBD-A713-6DC9772E301B}" srcOrd="0" destOrd="0" presId="urn:microsoft.com/office/officeart/2005/8/layout/process1"/>
    <dgm:cxn modelId="{AC0267D3-624E-4F18-91A5-8763045299A1}" type="presParOf" srcId="{A3108726-6F0C-4838-BD2A-4179E214D76C}" destId="{02E3B24B-C5DC-4F1E-8B18-65496703AD52}" srcOrd="1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76B14B-DFDD-4571-AE97-48234CE8D8D9}"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AD3FFA3D-349C-424B-9960-7B8F1E5BC8FC}">
      <dgm:prSet phldrT="[Text]"/>
      <dgm:spPr/>
      <dgm:t>
        <a:bodyPr/>
        <a:lstStyle/>
        <a:p>
          <a:pPr>
            <a:buNone/>
          </a:pPr>
          <a:r>
            <a:rPr lang="en-IN" dirty="0"/>
            <a:t>One-Click SOS</a:t>
          </a:r>
        </a:p>
      </dgm:t>
    </dgm:pt>
    <dgm:pt modelId="{C3DCEEBF-24EF-49E4-BBA3-24295008C8B4}" type="parTrans" cxnId="{D49402BA-AE98-4B8A-BBAB-4B48B51A0BCC}">
      <dgm:prSet/>
      <dgm:spPr/>
      <dgm:t>
        <a:bodyPr/>
        <a:lstStyle/>
        <a:p>
          <a:endParaRPr lang="en-IN"/>
        </a:p>
      </dgm:t>
    </dgm:pt>
    <dgm:pt modelId="{5A8BD910-9534-48FA-ABF4-987AAFAE0082}" type="sibTrans" cxnId="{D49402BA-AE98-4B8A-BBAB-4B48B51A0BCC}">
      <dgm:prSet/>
      <dgm:spPr/>
      <dgm:t>
        <a:bodyPr/>
        <a:lstStyle/>
        <a:p>
          <a:endParaRPr lang="en-IN"/>
        </a:p>
      </dgm:t>
    </dgm:pt>
    <dgm:pt modelId="{CC88E22B-1321-4F96-B327-D340D07BB2D0}">
      <dgm:prSet phldrT="[Text]"/>
      <dgm:spPr/>
      <dgm:t>
        <a:bodyPr/>
        <a:lstStyle/>
        <a:p>
          <a:pPr>
            <a:buNone/>
          </a:pPr>
          <a:r>
            <a:rPr lang="en-IN" dirty="0"/>
            <a:t>Get Current Location</a:t>
          </a:r>
        </a:p>
      </dgm:t>
    </dgm:pt>
    <dgm:pt modelId="{A76F5E92-B8E8-4FC8-B852-BB7F1D19D1EB}" type="sibTrans" cxnId="{AFFB81D9-6666-4653-A721-02173B4B11F3}">
      <dgm:prSet/>
      <dgm:spPr/>
      <dgm:t>
        <a:bodyPr/>
        <a:lstStyle/>
        <a:p>
          <a:endParaRPr lang="en-IN"/>
        </a:p>
      </dgm:t>
    </dgm:pt>
    <dgm:pt modelId="{F72BFB25-A6FF-453B-841D-F378C838FE5F}" type="parTrans" cxnId="{AFFB81D9-6666-4653-A721-02173B4B11F3}">
      <dgm:prSet/>
      <dgm:spPr/>
      <dgm:t>
        <a:bodyPr/>
        <a:lstStyle/>
        <a:p>
          <a:endParaRPr lang="en-IN"/>
        </a:p>
      </dgm:t>
    </dgm:pt>
    <dgm:pt modelId="{B9884AB4-8CDF-47D7-811A-A60E8D1879B1}">
      <dgm:prSet phldrT="[Text]"/>
      <dgm:spPr/>
      <dgm:t>
        <a:bodyPr/>
        <a:lstStyle/>
        <a:p>
          <a:pPr>
            <a:buNone/>
          </a:pPr>
          <a:r>
            <a:rPr lang="en-IN" dirty="0"/>
            <a:t>AI Threat Assessment</a:t>
          </a:r>
        </a:p>
      </dgm:t>
    </dgm:pt>
    <dgm:pt modelId="{89C9CC1C-A26D-4189-89FD-C40A03A38A43}" type="sibTrans" cxnId="{6935EFFA-B7E2-4974-A209-AD0639F9819F}">
      <dgm:prSet/>
      <dgm:spPr/>
      <dgm:t>
        <a:bodyPr/>
        <a:lstStyle/>
        <a:p>
          <a:endParaRPr lang="en-IN"/>
        </a:p>
      </dgm:t>
    </dgm:pt>
    <dgm:pt modelId="{64D0BB92-CE0A-4691-A6CE-6364B87984E5}" type="parTrans" cxnId="{6935EFFA-B7E2-4974-A209-AD0639F9819F}">
      <dgm:prSet/>
      <dgm:spPr/>
      <dgm:t>
        <a:bodyPr/>
        <a:lstStyle/>
        <a:p>
          <a:endParaRPr lang="en-IN"/>
        </a:p>
      </dgm:t>
    </dgm:pt>
    <dgm:pt modelId="{400E1332-F289-41C3-A798-DDD7A9D1E847}">
      <dgm:prSet phldrT="[Text]" phldr="0"/>
      <dgm:spPr/>
      <dgm:t>
        <a:bodyPr/>
        <a:lstStyle/>
        <a:p>
          <a:pPr>
            <a:buNone/>
          </a:pPr>
          <a:r>
            <a:rPr lang="en-IN" dirty="0"/>
            <a:t>Get Saved Trusted Contacts</a:t>
          </a:r>
        </a:p>
      </dgm:t>
    </dgm:pt>
    <dgm:pt modelId="{B2584D45-BEDE-4BC5-8B97-E6FB4B145E8E}" type="sibTrans" cxnId="{3B881378-2964-4BCA-828D-45E93979A8A9}">
      <dgm:prSet/>
      <dgm:spPr/>
      <dgm:t>
        <a:bodyPr/>
        <a:lstStyle/>
        <a:p>
          <a:endParaRPr lang="en-IN"/>
        </a:p>
      </dgm:t>
    </dgm:pt>
    <dgm:pt modelId="{C7A067FA-6D91-4A48-82B5-AF984D734E87}" type="parTrans" cxnId="{3B881378-2964-4BCA-828D-45E93979A8A9}">
      <dgm:prSet/>
      <dgm:spPr/>
      <dgm:t>
        <a:bodyPr/>
        <a:lstStyle/>
        <a:p>
          <a:endParaRPr lang="en-IN"/>
        </a:p>
      </dgm:t>
    </dgm:pt>
    <dgm:pt modelId="{59D96CC1-44C2-4E76-931F-6625FE562101}">
      <dgm:prSet phldrT="[Text]" phldr="0"/>
      <dgm:spPr/>
      <dgm:t>
        <a:bodyPr/>
        <a:lstStyle/>
        <a:p>
          <a:pPr>
            <a:buNone/>
          </a:pPr>
          <a:r>
            <a:rPr lang="en-IN" dirty="0"/>
            <a:t>Send Emergency Notification</a:t>
          </a:r>
        </a:p>
      </dgm:t>
    </dgm:pt>
    <dgm:pt modelId="{8FBE9A38-B549-48B2-B0AE-AC5521DDD0C8}" type="sibTrans" cxnId="{2115DC8A-4B8F-4FFA-9885-43B37E32A1CC}">
      <dgm:prSet/>
      <dgm:spPr/>
      <dgm:t>
        <a:bodyPr/>
        <a:lstStyle/>
        <a:p>
          <a:endParaRPr lang="en-IN"/>
        </a:p>
      </dgm:t>
    </dgm:pt>
    <dgm:pt modelId="{ED36322A-888D-4753-A3FB-894657D00DAC}" type="parTrans" cxnId="{2115DC8A-4B8F-4FFA-9885-43B37E32A1CC}">
      <dgm:prSet/>
      <dgm:spPr/>
      <dgm:t>
        <a:bodyPr/>
        <a:lstStyle/>
        <a:p>
          <a:endParaRPr lang="en-IN"/>
        </a:p>
      </dgm:t>
    </dgm:pt>
    <dgm:pt modelId="{B90F93E7-71EA-482F-B162-F768ED8BE597}">
      <dgm:prSet phldrT="[Text]" phldr="0"/>
      <dgm:spPr/>
      <dgm:t>
        <a:bodyPr/>
        <a:lstStyle/>
        <a:p>
          <a:pPr>
            <a:buNone/>
          </a:pPr>
          <a:r>
            <a:rPr lang="en-IN" dirty="0"/>
            <a:t>Trusted Contacts</a:t>
          </a:r>
        </a:p>
      </dgm:t>
    </dgm:pt>
    <dgm:pt modelId="{CD0CA145-500B-4113-A603-FFA480E1ED3F}" type="sibTrans" cxnId="{997E7C7F-A411-4950-A4CB-3F7521D27840}">
      <dgm:prSet/>
      <dgm:spPr/>
      <dgm:t>
        <a:bodyPr/>
        <a:lstStyle/>
        <a:p>
          <a:endParaRPr lang="en-IN"/>
        </a:p>
      </dgm:t>
    </dgm:pt>
    <dgm:pt modelId="{F8A0F396-8877-420F-A347-04DD30463FC5}" type="parTrans" cxnId="{997E7C7F-A411-4950-A4CB-3F7521D27840}">
      <dgm:prSet/>
      <dgm:spPr/>
      <dgm:t>
        <a:bodyPr/>
        <a:lstStyle/>
        <a:p>
          <a:endParaRPr lang="en-IN"/>
        </a:p>
      </dgm:t>
    </dgm:pt>
    <dgm:pt modelId="{A3108726-6F0C-4838-BD2A-4179E214D76C}" type="pres">
      <dgm:prSet presAssocID="{7076B14B-DFDD-4571-AE97-48234CE8D8D9}" presName="Name0" presStyleCnt="0">
        <dgm:presLayoutVars>
          <dgm:dir/>
          <dgm:resizeHandles val="exact"/>
        </dgm:presLayoutVars>
      </dgm:prSet>
      <dgm:spPr/>
    </dgm:pt>
    <dgm:pt modelId="{E198F1C4-9DF0-4BA6-84D6-B1E5E4447051}" type="pres">
      <dgm:prSet presAssocID="{AD3FFA3D-349C-424B-9960-7B8F1E5BC8FC}" presName="node" presStyleLbl="node1" presStyleIdx="0" presStyleCnt="6">
        <dgm:presLayoutVars>
          <dgm:bulletEnabled val="1"/>
        </dgm:presLayoutVars>
      </dgm:prSet>
      <dgm:spPr/>
    </dgm:pt>
    <dgm:pt modelId="{F4D9E60B-8A01-4DF5-8A9E-DE055765FC8D}" type="pres">
      <dgm:prSet presAssocID="{5A8BD910-9534-48FA-ABF4-987AAFAE0082}" presName="sibTrans" presStyleLbl="sibTrans2D1" presStyleIdx="0" presStyleCnt="5"/>
      <dgm:spPr/>
    </dgm:pt>
    <dgm:pt modelId="{1DB58356-AEE0-4940-83E2-641D3C3D25EF}" type="pres">
      <dgm:prSet presAssocID="{5A8BD910-9534-48FA-ABF4-987AAFAE0082}" presName="connectorText" presStyleLbl="sibTrans2D1" presStyleIdx="0" presStyleCnt="5"/>
      <dgm:spPr/>
    </dgm:pt>
    <dgm:pt modelId="{95D4BB80-1B85-4933-BFA0-A92F2FC2A3FF}" type="pres">
      <dgm:prSet presAssocID="{CC88E22B-1321-4F96-B327-D340D07BB2D0}" presName="node" presStyleLbl="node1" presStyleIdx="1" presStyleCnt="6">
        <dgm:presLayoutVars>
          <dgm:bulletEnabled val="1"/>
        </dgm:presLayoutVars>
      </dgm:prSet>
      <dgm:spPr/>
    </dgm:pt>
    <dgm:pt modelId="{61E49959-96F7-4B48-8411-9177D90BED1D}" type="pres">
      <dgm:prSet presAssocID="{A76F5E92-B8E8-4FC8-B852-BB7F1D19D1EB}" presName="sibTrans" presStyleLbl="sibTrans2D1" presStyleIdx="1" presStyleCnt="5"/>
      <dgm:spPr/>
    </dgm:pt>
    <dgm:pt modelId="{ED0A8E18-45B0-4E70-8160-B06DBB8269A0}" type="pres">
      <dgm:prSet presAssocID="{A76F5E92-B8E8-4FC8-B852-BB7F1D19D1EB}" presName="connectorText" presStyleLbl="sibTrans2D1" presStyleIdx="1" presStyleCnt="5"/>
      <dgm:spPr/>
    </dgm:pt>
    <dgm:pt modelId="{0C27C20E-F92D-4848-9AA0-63E1D4D13C06}" type="pres">
      <dgm:prSet presAssocID="{B9884AB4-8CDF-47D7-811A-A60E8D1879B1}" presName="node" presStyleLbl="node1" presStyleIdx="2" presStyleCnt="6">
        <dgm:presLayoutVars>
          <dgm:bulletEnabled val="1"/>
        </dgm:presLayoutVars>
      </dgm:prSet>
      <dgm:spPr/>
    </dgm:pt>
    <dgm:pt modelId="{0688C50D-1335-4906-9ECB-FD8CAB241802}" type="pres">
      <dgm:prSet presAssocID="{89C9CC1C-A26D-4189-89FD-C40A03A38A43}" presName="sibTrans" presStyleLbl="sibTrans2D1" presStyleIdx="2" presStyleCnt="5"/>
      <dgm:spPr/>
    </dgm:pt>
    <dgm:pt modelId="{FB16D372-6EFD-4238-9167-118123A999A4}" type="pres">
      <dgm:prSet presAssocID="{89C9CC1C-A26D-4189-89FD-C40A03A38A43}" presName="connectorText" presStyleLbl="sibTrans2D1" presStyleIdx="2" presStyleCnt="5"/>
      <dgm:spPr/>
    </dgm:pt>
    <dgm:pt modelId="{E1CDEFCF-5880-4A0A-A262-EA53452420CD}" type="pres">
      <dgm:prSet presAssocID="{400E1332-F289-41C3-A798-DDD7A9D1E847}" presName="node" presStyleLbl="node1" presStyleIdx="3" presStyleCnt="6">
        <dgm:presLayoutVars>
          <dgm:bulletEnabled val="1"/>
        </dgm:presLayoutVars>
      </dgm:prSet>
      <dgm:spPr/>
    </dgm:pt>
    <dgm:pt modelId="{950D59A6-3657-429C-84D9-5FDCFECBC3F2}" type="pres">
      <dgm:prSet presAssocID="{B2584D45-BEDE-4BC5-8B97-E6FB4B145E8E}" presName="sibTrans" presStyleLbl="sibTrans2D1" presStyleIdx="3" presStyleCnt="5"/>
      <dgm:spPr/>
    </dgm:pt>
    <dgm:pt modelId="{185FB09D-0BC3-4977-AB40-C1149579AED1}" type="pres">
      <dgm:prSet presAssocID="{B2584D45-BEDE-4BC5-8B97-E6FB4B145E8E}" presName="connectorText" presStyleLbl="sibTrans2D1" presStyleIdx="3" presStyleCnt="5"/>
      <dgm:spPr/>
    </dgm:pt>
    <dgm:pt modelId="{C0D34195-D0BC-4218-ADB9-76C48EC7BB88}" type="pres">
      <dgm:prSet presAssocID="{59D96CC1-44C2-4E76-931F-6625FE562101}" presName="node" presStyleLbl="node1" presStyleIdx="4" presStyleCnt="6">
        <dgm:presLayoutVars>
          <dgm:bulletEnabled val="1"/>
        </dgm:presLayoutVars>
      </dgm:prSet>
      <dgm:spPr/>
    </dgm:pt>
    <dgm:pt modelId="{5A41F7FE-7D03-404B-9542-094DA8D2B269}" type="pres">
      <dgm:prSet presAssocID="{8FBE9A38-B549-48B2-B0AE-AC5521DDD0C8}" presName="sibTrans" presStyleLbl="sibTrans2D1" presStyleIdx="4" presStyleCnt="5"/>
      <dgm:spPr/>
    </dgm:pt>
    <dgm:pt modelId="{CDE7F799-A9B3-4CF3-BA8C-F06D60172667}" type="pres">
      <dgm:prSet presAssocID="{8FBE9A38-B549-48B2-B0AE-AC5521DDD0C8}" presName="connectorText" presStyleLbl="sibTrans2D1" presStyleIdx="4" presStyleCnt="5"/>
      <dgm:spPr/>
    </dgm:pt>
    <dgm:pt modelId="{F5CE6B26-F82B-4691-8234-90D67DD0EB80}" type="pres">
      <dgm:prSet presAssocID="{B90F93E7-71EA-482F-B162-F768ED8BE597}" presName="node" presStyleLbl="node1" presStyleIdx="5" presStyleCnt="6">
        <dgm:presLayoutVars>
          <dgm:bulletEnabled val="1"/>
        </dgm:presLayoutVars>
      </dgm:prSet>
      <dgm:spPr/>
    </dgm:pt>
  </dgm:ptLst>
  <dgm:cxnLst>
    <dgm:cxn modelId="{ECA7A908-039A-4449-8057-22031C795E87}" type="presOf" srcId="{89C9CC1C-A26D-4189-89FD-C40A03A38A43}" destId="{FB16D372-6EFD-4238-9167-118123A999A4}" srcOrd="1" destOrd="0" presId="urn:microsoft.com/office/officeart/2005/8/layout/process1"/>
    <dgm:cxn modelId="{A33C9509-5036-4DB4-8661-DE70D0696B3D}" type="presOf" srcId="{5A8BD910-9534-48FA-ABF4-987AAFAE0082}" destId="{F4D9E60B-8A01-4DF5-8A9E-DE055765FC8D}" srcOrd="0" destOrd="0" presId="urn:microsoft.com/office/officeart/2005/8/layout/process1"/>
    <dgm:cxn modelId="{C2C60F19-E0BD-42B4-A089-C053B8A78B44}" type="presOf" srcId="{8FBE9A38-B549-48B2-B0AE-AC5521DDD0C8}" destId="{CDE7F799-A9B3-4CF3-BA8C-F06D60172667}" srcOrd="1" destOrd="0" presId="urn:microsoft.com/office/officeart/2005/8/layout/process1"/>
    <dgm:cxn modelId="{0B21892F-B3C3-472C-8417-64FCCA797767}" type="presOf" srcId="{B9884AB4-8CDF-47D7-811A-A60E8D1879B1}" destId="{0C27C20E-F92D-4848-9AA0-63E1D4D13C06}" srcOrd="0" destOrd="0" presId="urn:microsoft.com/office/officeart/2005/8/layout/process1"/>
    <dgm:cxn modelId="{31A9B92F-C549-4BCB-8DA3-A5FE07992F92}" type="presOf" srcId="{CC88E22B-1321-4F96-B327-D340D07BB2D0}" destId="{95D4BB80-1B85-4933-BFA0-A92F2FC2A3FF}" srcOrd="0" destOrd="0" presId="urn:microsoft.com/office/officeart/2005/8/layout/process1"/>
    <dgm:cxn modelId="{D3E65C38-AEAE-49EB-A465-C1A1718B8544}" type="presOf" srcId="{A76F5E92-B8E8-4FC8-B852-BB7F1D19D1EB}" destId="{61E49959-96F7-4B48-8411-9177D90BED1D}" srcOrd="0" destOrd="0" presId="urn:microsoft.com/office/officeart/2005/8/layout/process1"/>
    <dgm:cxn modelId="{36C75D68-28C7-4542-A17D-4D36AB0D10C1}" type="presOf" srcId="{B2584D45-BEDE-4BC5-8B97-E6FB4B145E8E}" destId="{950D59A6-3657-429C-84D9-5FDCFECBC3F2}" srcOrd="0" destOrd="0" presId="urn:microsoft.com/office/officeart/2005/8/layout/process1"/>
    <dgm:cxn modelId="{AC04FA69-0D97-4552-9C00-B6C9585FC6F4}" type="presOf" srcId="{8FBE9A38-B549-48B2-B0AE-AC5521DDD0C8}" destId="{5A41F7FE-7D03-404B-9542-094DA8D2B269}" srcOrd="0" destOrd="0" presId="urn:microsoft.com/office/officeart/2005/8/layout/process1"/>
    <dgm:cxn modelId="{8F1BD36F-0B4E-4A07-946C-B88EC59C2854}" type="presOf" srcId="{89C9CC1C-A26D-4189-89FD-C40A03A38A43}" destId="{0688C50D-1335-4906-9ECB-FD8CAB241802}" srcOrd="0" destOrd="0" presId="urn:microsoft.com/office/officeart/2005/8/layout/process1"/>
    <dgm:cxn modelId="{E6DC6F76-4D4B-4FEB-B3DE-EBF57E88B77C}" type="presOf" srcId="{A76F5E92-B8E8-4FC8-B852-BB7F1D19D1EB}" destId="{ED0A8E18-45B0-4E70-8160-B06DBB8269A0}" srcOrd="1" destOrd="0" presId="urn:microsoft.com/office/officeart/2005/8/layout/process1"/>
    <dgm:cxn modelId="{3B881378-2964-4BCA-828D-45E93979A8A9}" srcId="{7076B14B-DFDD-4571-AE97-48234CE8D8D9}" destId="{400E1332-F289-41C3-A798-DDD7A9D1E847}" srcOrd="3" destOrd="0" parTransId="{C7A067FA-6D91-4A48-82B5-AF984D734E87}" sibTransId="{B2584D45-BEDE-4BC5-8B97-E6FB4B145E8E}"/>
    <dgm:cxn modelId="{E8CCAD79-9DE4-4F4A-834E-792189CB6164}" type="presOf" srcId="{AD3FFA3D-349C-424B-9960-7B8F1E5BC8FC}" destId="{E198F1C4-9DF0-4BA6-84D6-B1E5E4447051}" srcOrd="0" destOrd="0" presId="urn:microsoft.com/office/officeart/2005/8/layout/process1"/>
    <dgm:cxn modelId="{4A2D587B-CD93-4027-8FCF-A07B540A9768}" type="presOf" srcId="{B90F93E7-71EA-482F-B162-F768ED8BE597}" destId="{F5CE6B26-F82B-4691-8234-90D67DD0EB80}" srcOrd="0" destOrd="0" presId="urn:microsoft.com/office/officeart/2005/8/layout/process1"/>
    <dgm:cxn modelId="{997E7C7F-A411-4950-A4CB-3F7521D27840}" srcId="{7076B14B-DFDD-4571-AE97-48234CE8D8D9}" destId="{B90F93E7-71EA-482F-B162-F768ED8BE597}" srcOrd="5" destOrd="0" parTransId="{F8A0F396-8877-420F-A347-04DD30463FC5}" sibTransId="{CD0CA145-500B-4113-A603-FFA480E1ED3F}"/>
    <dgm:cxn modelId="{2115DC8A-4B8F-4FFA-9885-43B37E32A1CC}" srcId="{7076B14B-DFDD-4571-AE97-48234CE8D8D9}" destId="{59D96CC1-44C2-4E76-931F-6625FE562101}" srcOrd="4" destOrd="0" parTransId="{ED36322A-888D-4753-A3FB-894657D00DAC}" sibTransId="{8FBE9A38-B549-48B2-B0AE-AC5521DDD0C8}"/>
    <dgm:cxn modelId="{6BF46F8F-F132-44EE-A999-33D2569CE945}" type="presOf" srcId="{59D96CC1-44C2-4E76-931F-6625FE562101}" destId="{C0D34195-D0BC-4218-ADB9-76C48EC7BB88}" srcOrd="0" destOrd="0" presId="urn:microsoft.com/office/officeart/2005/8/layout/process1"/>
    <dgm:cxn modelId="{7AF890A6-BF01-4C63-B510-DC9BA72A223A}" type="presOf" srcId="{B2584D45-BEDE-4BC5-8B97-E6FB4B145E8E}" destId="{185FB09D-0BC3-4977-AB40-C1149579AED1}" srcOrd="1" destOrd="0" presId="urn:microsoft.com/office/officeart/2005/8/layout/process1"/>
    <dgm:cxn modelId="{F95A1FB3-37C6-4EF9-AF40-784E502B4135}" type="presOf" srcId="{5A8BD910-9534-48FA-ABF4-987AAFAE0082}" destId="{1DB58356-AEE0-4940-83E2-641D3C3D25EF}" srcOrd="1" destOrd="0" presId="urn:microsoft.com/office/officeart/2005/8/layout/process1"/>
    <dgm:cxn modelId="{D49402BA-AE98-4B8A-BBAB-4B48B51A0BCC}" srcId="{7076B14B-DFDD-4571-AE97-48234CE8D8D9}" destId="{AD3FFA3D-349C-424B-9960-7B8F1E5BC8FC}" srcOrd="0" destOrd="0" parTransId="{C3DCEEBF-24EF-49E4-BBA3-24295008C8B4}" sibTransId="{5A8BD910-9534-48FA-ABF4-987AAFAE0082}"/>
    <dgm:cxn modelId="{E2335AD3-292A-4566-B7CB-59DC0AFE13E7}" type="presOf" srcId="{7076B14B-DFDD-4571-AE97-48234CE8D8D9}" destId="{A3108726-6F0C-4838-BD2A-4179E214D76C}" srcOrd="0" destOrd="0" presId="urn:microsoft.com/office/officeart/2005/8/layout/process1"/>
    <dgm:cxn modelId="{AFFB81D9-6666-4653-A721-02173B4B11F3}" srcId="{7076B14B-DFDD-4571-AE97-48234CE8D8D9}" destId="{CC88E22B-1321-4F96-B327-D340D07BB2D0}" srcOrd="1" destOrd="0" parTransId="{F72BFB25-A6FF-453B-841D-F378C838FE5F}" sibTransId="{A76F5E92-B8E8-4FC8-B852-BB7F1D19D1EB}"/>
    <dgm:cxn modelId="{6935EFFA-B7E2-4974-A209-AD0639F9819F}" srcId="{7076B14B-DFDD-4571-AE97-48234CE8D8D9}" destId="{B9884AB4-8CDF-47D7-811A-A60E8D1879B1}" srcOrd="2" destOrd="0" parTransId="{64D0BB92-CE0A-4691-A6CE-6364B87984E5}" sibTransId="{89C9CC1C-A26D-4189-89FD-C40A03A38A43}"/>
    <dgm:cxn modelId="{436630FC-52E8-46EF-9069-8E66FF1FB468}" type="presOf" srcId="{400E1332-F289-41C3-A798-DDD7A9D1E847}" destId="{E1CDEFCF-5880-4A0A-A262-EA53452420CD}" srcOrd="0" destOrd="0" presId="urn:microsoft.com/office/officeart/2005/8/layout/process1"/>
    <dgm:cxn modelId="{653FBF29-00C9-4DF0-B1C3-94BDD603875F}" type="presParOf" srcId="{A3108726-6F0C-4838-BD2A-4179E214D76C}" destId="{E198F1C4-9DF0-4BA6-84D6-B1E5E4447051}" srcOrd="0" destOrd="0" presId="urn:microsoft.com/office/officeart/2005/8/layout/process1"/>
    <dgm:cxn modelId="{E2F028EE-5D6D-464A-8D9E-8827B9BEEC68}" type="presParOf" srcId="{A3108726-6F0C-4838-BD2A-4179E214D76C}" destId="{F4D9E60B-8A01-4DF5-8A9E-DE055765FC8D}" srcOrd="1" destOrd="0" presId="urn:microsoft.com/office/officeart/2005/8/layout/process1"/>
    <dgm:cxn modelId="{F00E648F-07E6-4316-B6E2-D4363D3BD75D}" type="presParOf" srcId="{F4D9E60B-8A01-4DF5-8A9E-DE055765FC8D}" destId="{1DB58356-AEE0-4940-83E2-641D3C3D25EF}" srcOrd="0" destOrd="0" presId="urn:microsoft.com/office/officeart/2005/8/layout/process1"/>
    <dgm:cxn modelId="{DDD71233-4529-4112-BB1E-D832D1F6A637}" type="presParOf" srcId="{A3108726-6F0C-4838-BD2A-4179E214D76C}" destId="{95D4BB80-1B85-4933-BFA0-A92F2FC2A3FF}" srcOrd="2" destOrd="0" presId="urn:microsoft.com/office/officeart/2005/8/layout/process1"/>
    <dgm:cxn modelId="{775FC744-C02D-4868-A9EE-F075B675C6D3}" type="presParOf" srcId="{A3108726-6F0C-4838-BD2A-4179E214D76C}" destId="{61E49959-96F7-4B48-8411-9177D90BED1D}" srcOrd="3" destOrd="0" presId="urn:microsoft.com/office/officeart/2005/8/layout/process1"/>
    <dgm:cxn modelId="{28F44DDF-0B1E-4E33-8039-4CF29DE94D48}" type="presParOf" srcId="{61E49959-96F7-4B48-8411-9177D90BED1D}" destId="{ED0A8E18-45B0-4E70-8160-B06DBB8269A0}" srcOrd="0" destOrd="0" presId="urn:microsoft.com/office/officeart/2005/8/layout/process1"/>
    <dgm:cxn modelId="{5444CFFE-89DE-4F30-8FCA-D9BE40ED4D0C}" type="presParOf" srcId="{A3108726-6F0C-4838-BD2A-4179E214D76C}" destId="{0C27C20E-F92D-4848-9AA0-63E1D4D13C06}" srcOrd="4" destOrd="0" presId="urn:microsoft.com/office/officeart/2005/8/layout/process1"/>
    <dgm:cxn modelId="{BF8384A3-5C8D-42FA-B3E6-811DF699675C}" type="presParOf" srcId="{A3108726-6F0C-4838-BD2A-4179E214D76C}" destId="{0688C50D-1335-4906-9ECB-FD8CAB241802}" srcOrd="5" destOrd="0" presId="urn:microsoft.com/office/officeart/2005/8/layout/process1"/>
    <dgm:cxn modelId="{5DEAC386-2256-4488-947B-B9BD6D221C48}" type="presParOf" srcId="{0688C50D-1335-4906-9ECB-FD8CAB241802}" destId="{FB16D372-6EFD-4238-9167-118123A999A4}" srcOrd="0" destOrd="0" presId="urn:microsoft.com/office/officeart/2005/8/layout/process1"/>
    <dgm:cxn modelId="{FC96F5E4-07F5-4572-BA14-927F13C2BE86}" type="presParOf" srcId="{A3108726-6F0C-4838-BD2A-4179E214D76C}" destId="{E1CDEFCF-5880-4A0A-A262-EA53452420CD}" srcOrd="6" destOrd="0" presId="urn:microsoft.com/office/officeart/2005/8/layout/process1"/>
    <dgm:cxn modelId="{B5D422A0-FEF1-43AD-86B3-B99BF818CBEF}" type="presParOf" srcId="{A3108726-6F0C-4838-BD2A-4179E214D76C}" destId="{950D59A6-3657-429C-84D9-5FDCFECBC3F2}" srcOrd="7" destOrd="0" presId="urn:microsoft.com/office/officeart/2005/8/layout/process1"/>
    <dgm:cxn modelId="{100853C8-D3E7-48D2-A142-9BE4417396A7}" type="presParOf" srcId="{950D59A6-3657-429C-84D9-5FDCFECBC3F2}" destId="{185FB09D-0BC3-4977-AB40-C1149579AED1}" srcOrd="0" destOrd="0" presId="urn:microsoft.com/office/officeart/2005/8/layout/process1"/>
    <dgm:cxn modelId="{E1CE5063-0169-4FEE-87F6-5FDAB2F97012}" type="presParOf" srcId="{A3108726-6F0C-4838-BD2A-4179E214D76C}" destId="{C0D34195-D0BC-4218-ADB9-76C48EC7BB88}" srcOrd="8" destOrd="0" presId="urn:microsoft.com/office/officeart/2005/8/layout/process1"/>
    <dgm:cxn modelId="{45361F51-E54F-4275-81AF-87D3CD12AF4A}" type="presParOf" srcId="{A3108726-6F0C-4838-BD2A-4179E214D76C}" destId="{5A41F7FE-7D03-404B-9542-094DA8D2B269}" srcOrd="9" destOrd="0" presId="urn:microsoft.com/office/officeart/2005/8/layout/process1"/>
    <dgm:cxn modelId="{11270355-6E7A-4830-A4A2-2E5E01D17CD3}" type="presParOf" srcId="{5A41F7FE-7D03-404B-9542-094DA8D2B269}" destId="{CDE7F799-A9B3-4CF3-BA8C-F06D60172667}" srcOrd="0" destOrd="0" presId="urn:microsoft.com/office/officeart/2005/8/layout/process1"/>
    <dgm:cxn modelId="{05088595-6C0D-43A3-9B9F-5ECB5B3D6C1C}" type="presParOf" srcId="{A3108726-6F0C-4838-BD2A-4179E214D76C}" destId="{F5CE6B26-F82B-4691-8234-90D67DD0EB80}"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EFB48-75B7-4A29-A4FF-ADB12F685011}">
      <dsp:nvSpPr>
        <dsp:cNvPr id="0" name=""/>
        <dsp:cNvSpPr/>
      </dsp:nvSpPr>
      <dsp:spPr>
        <a:xfrm>
          <a:off x="10692425" y="1928058"/>
          <a:ext cx="1971039" cy="197066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534E7B-E642-44A8-BACD-5CE01B9CE07D}">
      <dsp:nvSpPr>
        <dsp:cNvPr id="0" name=""/>
        <dsp:cNvSpPr/>
      </dsp:nvSpPr>
      <dsp:spPr>
        <a:xfrm>
          <a:off x="10758794"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IN" sz="1300" b="1" kern="1200" dirty="0"/>
            <a:t>6. Testing &amp; Deployment</a:t>
          </a:r>
          <a:br>
            <a:rPr lang="en-IN" sz="1300" kern="1200" dirty="0"/>
          </a:br>
          <a:r>
            <a:rPr lang="en-IN" sz="1300" i="1" kern="1200" dirty="0"/>
            <a:t>Weeks 10–12</a:t>
          </a:r>
          <a:br>
            <a:rPr lang="en-IN" sz="1300" kern="1200" dirty="0"/>
          </a:br>
          <a:r>
            <a:rPr lang="en-IN" sz="1300" kern="1200" dirty="0"/>
            <a:t>Testing, debugging, Docker deployment and final demonstration</a:t>
          </a:r>
        </a:p>
      </dsp:txBody>
      <dsp:txXfrm>
        <a:off x="11021767" y="2256560"/>
        <a:ext cx="1313609" cy="1313661"/>
      </dsp:txXfrm>
    </dsp:sp>
    <dsp:sp modelId="{04D7963F-6299-4BE3-ACF3-B799D0EDD0AD}">
      <dsp:nvSpPr>
        <dsp:cNvPr id="0" name=""/>
        <dsp:cNvSpPr/>
      </dsp:nvSpPr>
      <dsp:spPr>
        <a:xfrm rot="2700000">
          <a:off x="8656407"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642013-AEDF-4C1B-8CDB-4875A7211AD7}">
      <dsp:nvSpPr>
        <dsp:cNvPr id="0" name=""/>
        <dsp:cNvSpPr/>
      </dsp:nvSpPr>
      <dsp:spPr>
        <a:xfrm>
          <a:off x="8722638"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5. SOA Integration &amp; UI</a:t>
          </a:r>
          <a:br>
            <a:rPr lang="en-IN" sz="1400" kern="1200" dirty="0"/>
          </a:br>
          <a:r>
            <a:rPr lang="en-IN" sz="1400" i="1" kern="1200" dirty="0"/>
            <a:t>Weeks 7–10</a:t>
          </a:r>
          <a:br>
            <a:rPr lang="en-IN" sz="1400" kern="1200" dirty="0"/>
          </a:br>
          <a:r>
            <a:rPr lang="en-IN" sz="1400" kern="1200" dirty="0"/>
            <a:t>Service integration, dashboard and user interface</a:t>
          </a:r>
        </a:p>
      </dsp:txBody>
      <dsp:txXfrm>
        <a:off x="8985610" y="2256560"/>
        <a:ext cx="1313609" cy="1313661"/>
      </dsp:txXfrm>
    </dsp:sp>
    <dsp:sp modelId="{2F3D0E46-23EE-47A2-96A0-56A6AB1712EB}">
      <dsp:nvSpPr>
        <dsp:cNvPr id="0" name=""/>
        <dsp:cNvSpPr/>
      </dsp:nvSpPr>
      <dsp:spPr>
        <a:xfrm rot="2700000">
          <a:off x="6620250"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F7BB27-6798-4514-AF4E-0F699046228E}">
      <dsp:nvSpPr>
        <dsp:cNvPr id="0" name=""/>
        <dsp:cNvSpPr/>
      </dsp:nvSpPr>
      <dsp:spPr>
        <a:xfrm>
          <a:off x="6686481"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IN" sz="1300" b="1" kern="1200" dirty="0"/>
            <a:t>4. AI &amp; Intelligent Response</a:t>
          </a:r>
          <a:br>
            <a:rPr lang="en-IN" sz="1300" kern="1200" dirty="0"/>
          </a:br>
          <a:r>
            <a:rPr lang="en-IN" sz="1300" i="1" kern="1200" dirty="0"/>
            <a:t>Weeks 5–7</a:t>
          </a:r>
          <a:br>
            <a:rPr lang="en-IN" sz="1300" kern="1200" dirty="0"/>
          </a:br>
          <a:r>
            <a:rPr lang="en-IN" sz="1300" kern="1200" dirty="0"/>
            <a:t>AI detection, risk assessment, notification and alert routing</a:t>
          </a:r>
        </a:p>
      </dsp:txBody>
      <dsp:txXfrm>
        <a:off x="6949453" y="2256560"/>
        <a:ext cx="1313609" cy="1313661"/>
      </dsp:txXfrm>
    </dsp:sp>
    <dsp:sp modelId="{378A2A89-3BC1-406A-9145-9FCA0DD01186}">
      <dsp:nvSpPr>
        <dsp:cNvPr id="0" name=""/>
        <dsp:cNvSpPr/>
      </dsp:nvSpPr>
      <dsp:spPr>
        <a:xfrm rot="2700000">
          <a:off x="4584094"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012308-3456-4621-BF23-DBB089FFA586}">
      <dsp:nvSpPr>
        <dsp:cNvPr id="0" name=""/>
        <dsp:cNvSpPr/>
      </dsp:nvSpPr>
      <dsp:spPr>
        <a:xfrm>
          <a:off x="4650324"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3. Core Development</a:t>
          </a:r>
          <a:br>
            <a:rPr lang="en-IN" sz="1400" kern="1200" dirty="0"/>
          </a:br>
          <a:r>
            <a:rPr lang="en-IN" sz="1400" i="1" kern="1200" dirty="0"/>
            <a:t>Weeks 3–5</a:t>
          </a:r>
          <a:br>
            <a:rPr lang="en-IN" sz="1400" kern="1200" dirty="0"/>
          </a:br>
          <a:r>
            <a:rPr lang="en-IN" sz="1400" kern="1200" dirty="0"/>
            <a:t>AI Assistant, SOS, Location and core services</a:t>
          </a:r>
        </a:p>
      </dsp:txBody>
      <dsp:txXfrm>
        <a:off x="4912044" y="2256560"/>
        <a:ext cx="1313609" cy="1313661"/>
      </dsp:txXfrm>
    </dsp:sp>
    <dsp:sp modelId="{7C1F2995-ADEE-4A08-BD23-8A126527E78E}">
      <dsp:nvSpPr>
        <dsp:cNvPr id="0" name=""/>
        <dsp:cNvSpPr/>
      </dsp:nvSpPr>
      <dsp:spPr>
        <a:xfrm rot="2700000">
          <a:off x="2547937"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9CB254-2D08-4BD8-966C-F07958D8C46D}">
      <dsp:nvSpPr>
        <dsp:cNvPr id="0" name=""/>
        <dsp:cNvSpPr/>
      </dsp:nvSpPr>
      <dsp:spPr>
        <a:xfrm>
          <a:off x="2614167"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2. Architecture &amp; Design</a:t>
          </a:r>
          <a:br>
            <a:rPr lang="en-IN" sz="1400" kern="1200" dirty="0"/>
          </a:br>
          <a:r>
            <a:rPr lang="en-IN" sz="1400" i="1" kern="1200" dirty="0"/>
            <a:t>Weeks 2–3</a:t>
          </a:r>
          <a:br>
            <a:rPr lang="en-IN" sz="1400" kern="1200" dirty="0"/>
          </a:br>
          <a:r>
            <a:rPr lang="en-IN" sz="1400" kern="1200" dirty="0"/>
            <a:t>AI Assistant, SOA architecture, database and API design</a:t>
          </a:r>
        </a:p>
      </dsp:txBody>
      <dsp:txXfrm>
        <a:off x="2875887" y="2256560"/>
        <a:ext cx="1313609" cy="1313661"/>
      </dsp:txXfrm>
    </dsp:sp>
    <dsp:sp modelId="{51C5A5E7-3A7B-41EE-BB43-E56E300132AC}">
      <dsp:nvSpPr>
        <dsp:cNvPr id="0" name=""/>
        <dsp:cNvSpPr/>
      </dsp:nvSpPr>
      <dsp:spPr>
        <a:xfrm rot="2700000">
          <a:off x="511780"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576D1-E14C-400F-9D97-2F31583A690B}">
      <dsp:nvSpPr>
        <dsp:cNvPr id="0" name=""/>
        <dsp:cNvSpPr/>
      </dsp:nvSpPr>
      <dsp:spPr>
        <a:xfrm>
          <a:off x="576758"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1. Requirements &amp; Research</a:t>
          </a:r>
          <a:br>
            <a:rPr lang="en-IN" sz="1400" kern="1200" dirty="0"/>
          </a:br>
          <a:r>
            <a:rPr lang="en-IN" sz="1400" i="1" kern="1200" dirty="0"/>
            <a:t>Weeks 1–2</a:t>
          </a:r>
          <a:br>
            <a:rPr lang="en-IN" sz="1400" kern="1200" dirty="0"/>
          </a:br>
          <a:r>
            <a:rPr lang="en-IN" sz="1400" kern="1200" dirty="0"/>
            <a:t>Problem analysis, requirements and literature survey</a:t>
          </a:r>
        </a:p>
      </dsp:txBody>
      <dsp:txXfrm>
        <a:off x="839730" y="2256560"/>
        <a:ext cx="1313609" cy="13136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98F1C4-9DF0-4BA6-84D6-B1E5E4447051}">
      <dsp:nvSpPr>
        <dsp:cNvPr id="0" name=""/>
        <dsp:cNvSpPr/>
      </dsp:nvSpPr>
      <dsp:spPr>
        <a:xfrm>
          <a:off x="3488"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Danger Situation</a:t>
          </a:r>
        </a:p>
      </dsp:txBody>
      <dsp:txXfrm>
        <a:off x="26704" y="2838094"/>
        <a:ext cx="1274654" cy="746219"/>
      </dsp:txXfrm>
    </dsp:sp>
    <dsp:sp modelId="{F4D9E60B-8A01-4DF5-8A9E-DE055765FC8D}">
      <dsp:nvSpPr>
        <dsp:cNvPr id="0" name=""/>
        <dsp:cNvSpPr/>
      </dsp:nvSpPr>
      <dsp:spPr>
        <a:xfrm>
          <a:off x="1456683"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1456683" y="3112915"/>
        <a:ext cx="196049" cy="196577"/>
      </dsp:txXfrm>
    </dsp:sp>
    <dsp:sp modelId="{95D4BB80-1B85-4933-BFA0-A92F2FC2A3FF}">
      <dsp:nvSpPr>
        <dsp:cNvPr id="0" name=""/>
        <dsp:cNvSpPr/>
      </dsp:nvSpPr>
      <dsp:spPr>
        <a:xfrm>
          <a:off x="1853009"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Trigger Detection</a:t>
          </a:r>
        </a:p>
      </dsp:txBody>
      <dsp:txXfrm>
        <a:off x="1876225" y="2838094"/>
        <a:ext cx="1274654" cy="746219"/>
      </dsp:txXfrm>
    </dsp:sp>
    <dsp:sp modelId="{61E49959-96F7-4B48-8411-9177D90BED1D}">
      <dsp:nvSpPr>
        <dsp:cNvPr id="0" name=""/>
        <dsp:cNvSpPr/>
      </dsp:nvSpPr>
      <dsp:spPr>
        <a:xfrm>
          <a:off x="3306203"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3306203" y="3112915"/>
        <a:ext cx="196049" cy="196577"/>
      </dsp:txXfrm>
    </dsp:sp>
    <dsp:sp modelId="{0C27C20E-F92D-4848-9AA0-63E1D4D13C06}">
      <dsp:nvSpPr>
        <dsp:cNvPr id="0" name=""/>
        <dsp:cNvSpPr/>
      </dsp:nvSpPr>
      <dsp:spPr>
        <a:xfrm>
          <a:off x="3702529"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Danger Detection</a:t>
          </a:r>
        </a:p>
      </dsp:txBody>
      <dsp:txXfrm>
        <a:off x="3725745" y="2838094"/>
        <a:ext cx="1274654" cy="746219"/>
      </dsp:txXfrm>
    </dsp:sp>
    <dsp:sp modelId="{0688C50D-1335-4906-9ECB-FD8CAB241802}">
      <dsp:nvSpPr>
        <dsp:cNvPr id="0" name=""/>
        <dsp:cNvSpPr/>
      </dsp:nvSpPr>
      <dsp:spPr>
        <a:xfrm>
          <a:off x="5155724"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5155724" y="3112915"/>
        <a:ext cx="196049" cy="196577"/>
      </dsp:txXfrm>
    </dsp:sp>
    <dsp:sp modelId="{E1CDEFCF-5880-4A0A-A262-EA53452420CD}">
      <dsp:nvSpPr>
        <dsp:cNvPr id="0" name=""/>
        <dsp:cNvSpPr/>
      </dsp:nvSpPr>
      <dsp:spPr>
        <a:xfrm>
          <a:off x="5552049"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SOS</a:t>
          </a:r>
        </a:p>
      </dsp:txBody>
      <dsp:txXfrm>
        <a:off x="5575265" y="2838094"/>
        <a:ext cx="1274654" cy="746219"/>
      </dsp:txXfrm>
    </dsp:sp>
    <dsp:sp modelId="{950D59A6-3657-429C-84D9-5FDCFECBC3F2}">
      <dsp:nvSpPr>
        <dsp:cNvPr id="0" name=""/>
        <dsp:cNvSpPr/>
      </dsp:nvSpPr>
      <dsp:spPr>
        <a:xfrm>
          <a:off x="7005244"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7005244" y="3112915"/>
        <a:ext cx="196049" cy="196577"/>
      </dsp:txXfrm>
    </dsp:sp>
    <dsp:sp modelId="{C0D34195-D0BC-4218-ADB9-76C48EC7BB88}">
      <dsp:nvSpPr>
        <dsp:cNvPr id="0" name=""/>
        <dsp:cNvSpPr/>
      </dsp:nvSpPr>
      <dsp:spPr>
        <a:xfrm>
          <a:off x="7401570"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Location</a:t>
          </a:r>
        </a:p>
      </dsp:txBody>
      <dsp:txXfrm>
        <a:off x="7424786" y="2838094"/>
        <a:ext cx="1274654" cy="746219"/>
      </dsp:txXfrm>
    </dsp:sp>
    <dsp:sp modelId="{5A41F7FE-7D03-404B-9542-094DA8D2B269}">
      <dsp:nvSpPr>
        <dsp:cNvPr id="0" name=""/>
        <dsp:cNvSpPr/>
      </dsp:nvSpPr>
      <dsp:spPr>
        <a:xfrm>
          <a:off x="8854765"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8854765" y="3112915"/>
        <a:ext cx="196049" cy="196577"/>
      </dsp:txXfrm>
    </dsp:sp>
    <dsp:sp modelId="{F5CE6B26-F82B-4691-8234-90D67DD0EB80}">
      <dsp:nvSpPr>
        <dsp:cNvPr id="0" name=""/>
        <dsp:cNvSpPr/>
      </dsp:nvSpPr>
      <dsp:spPr>
        <a:xfrm>
          <a:off x="9251090"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Alert</a:t>
          </a:r>
        </a:p>
      </dsp:txBody>
      <dsp:txXfrm>
        <a:off x="9274306" y="2838094"/>
        <a:ext cx="1274654" cy="746219"/>
      </dsp:txXfrm>
    </dsp:sp>
    <dsp:sp modelId="{2073F1CB-E66C-42D1-9AFA-AE5BEB9CAF84}">
      <dsp:nvSpPr>
        <dsp:cNvPr id="0" name=""/>
        <dsp:cNvSpPr/>
      </dsp:nvSpPr>
      <dsp:spPr>
        <a:xfrm>
          <a:off x="10704285"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10704285" y="3112915"/>
        <a:ext cx="196049" cy="196577"/>
      </dsp:txXfrm>
    </dsp:sp>
    <dsp:sp modelId="{02E3B24B-C5DC-4F1E-8B18-65496703AD52}">
      <dsp:nvSpPr>
        <dsp:cNvPr id="0" name=""/>
        <dsp:cNvSpPr/>
      </dsp:nvSpPr>
      <dsp:spPr>
        <a:xfrm>
          <a:off x="11100611"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Contacts</a:t>
          </a:r>
        </a:p>
      </dsp:txBody>
      <dsp:txXfrm>
        <a:off x="11123827" y="2838094"/>
        <a:ext cx="1274654" cy="7462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98F1C4-9DF0-4BA6-84D6-B1E5E4447051}">
      <dsp:nvSpPr>
        <dsp:cNvPr id="0" name=""/>
        <dsp:cNvSpPr/>
      </dsp:nvSpPr>
      <dsp:spPr>
        <a:xfrm>
          <a:off x="0"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One-Click SOS</a:t>
          </a:r>
        </a:p>
      </dsp:txBody>
      <dsp:txXfrm>
        <a:off x="28573" y="2751991"/>
        <a:ext cx="1496002" cy="918425"/>
      </dsp:txXfrm>
    </dsp:sp>
    <dsp:sp modelId="{F4D9E60B-8A01-4DF5-8A9E-DE055765FC8D}">
      <dsp:nvSpPr>
        <dsp:cNvPr id="0" name=""/>
        <dsp:cNvSpPr/>
      </dsp:nvSpPr>
      <dsp:spPr>
        <a:xfrm>
          <a:off x="1708463"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1708463" y="3095649"/>
        <a:ext cx="230487" cy="231108"/>
      </dsp:txXfrm>
    </dsp:sp>
    <dsp:sp modelId="{95D4BB80-1B85-4933-BFA0-A92F2FC2A3FF}">
      <dsp:nvSpPr>
        <dsp:cNvPr id="0" name=""/>
        <dsp:cNvSpPr/>
      </dsp:nvSpPr>
      <dsp:spPr>
        <a:xfrm>
          <a:off x="2174407"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Get Current Location</a:t>
          </a:r>
        </a:p>
      </dsp:txBody>
      <dsp:txXfrm>
        <a:off x="2202980" y="2751991"/>
        <a:ext cx="1496002" cy="918425"/>
      </dsp:txXfrm>
    </dsp:sp>
    <dsp:sp modelId="{61E49959-96F7-4B48-8411-9177D90BED1D}">
      <dsp:nvSpPr>
        <dsp:cNvPr id="0" name=""/>
        <dsp:cNvSpPr/>
      </dsp:nvSpPr>
      <dsp:spPr>
        <a:xfrm>
          <a:off x="3882870"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3882870" y="3095649"/>
        <a:ext cx="230487" cy="231108"/>
      </dsp:txXfrm>
    </dsp:sp>
    <dsp:sp modelId="{0C27C20E-F92D-4848-9AA0-63E1D4D13C06}">
      <dsp:nvSpPr>
        <dsp:cNvPr id="0" name=""/>
        <dsp:cNvSpPr/>
      </dsp:nvSpPr>
      <dsp:spPr>
        <a:xfrm>
          <a:off x="4348815"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AI Threat Assessment</a:t>
          </a:r>
        </a:p>
      </dsp:txBody>
      <dsp:txXfrm>
        <a:off x="4377388" y="2751991"/>
        <a:ext cx="1496002" cy="918425"/>
      </dsp:txXfrm>
    </dsp:sp>
    <dsp:sp modelId="{0688C50D-1335-4906-9ECB-FD8CAB241802}">
      <dsp:nvSpPr>
        <dsp:cNvPr id="0" name=""/>
        <dsp:cNvSpPr/>
      </dsp:nvSpPr>
      <dsp:spPr>
        <a:xfrm>
          <a:off x="6057278"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6057278" y="3095649"/>
        <a:ext cx="230487" cy="231108"/>
      </dsp:txXfrm>
    </dsp:sp>
    <dsp:sp modelId="{E1CDEFCF-5880-4A0A-A262-EA53452420CD}">
      <dsp:nvSpPr>
        <dsp:cNvPr id="0" name=""/>
        <dsp:cNvSpPr/>
      </dsp:nvSpPr>
      <dsp:spPr>
        <a:xfrm>
          <a:off x="6523222"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Get Saved Trusted Contacts</a:t>
          </a:r>
        </a:p>
      </dsp:txBody>
      <dsp:txXfrm>
        <a:off x="6551795" y="2751991"/>
        <a:ext cx="1496002" cy="918425"/>
      </dsp:txXfrm>
    </dsp:sp>
    <dsp:sp modelId="{950D59A6-3657-429C-84D9-5FDCFECBC3F2}">
      <dsp:nvSpPr>
        <dsp:cNvPr id="0" name=""/>
        <dsp:cNvSpPr/>
      </dsp:nvSpPr>
      <dsp:spPr>
        <a:xfrm>
          <a:off x="8231685"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8231685" y="3095649"/>
        <a:ext cx="230487" cy="231108"/>
      </dsp:txXfrm>
    </dsp:sp>
    <dsp:sp modelId="{C0D34195-D0BC-4218-ADB9-76C48EC7BB88}">
      <dsp:nvSpPr>
        <dsp:cNvPr id="0" name=""/>
        <dsp:cNvSpPr/>
      </dsp:nvSpPr>
      <dsp:spPr>
        <a:xfrm>
          <a:off x="8697630"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Send Emergency Notification</a:t>
          </a:r>
        </a:p>
      </dsp:txBody>
      <dsp:txXfrm>
        <a:off x="8726203" y="2751991"/>
        <a:ext cx="1496002" cy="918425"/>
      </dsp:txXfrm>
    </dsp:sp>
    <dsp:sp modelId="{5A41F7FE-7D03-404B-9542-094DA8D2B269}">
      <dsp:nvSpPr>
        <dsp:cNvPr id="0" name=""/>
        <dsp:cNvSpPr/>
      </dsp:nvSpPr>
      <dsp:spPr>
        <a:xfrm>
          <a:off x="10406093" y="3018613"/>
          <a:ext cx="329267" cy="3851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10406093" y="3095649"/>
        <a:ext cx="230487" cy="231108"/>
      </dsp:txXfrm>
    </dsp:sp>
    <dsp:sp modelId="{F5CE6B26-F82B-4691-8234-90D67DD0EB80}">
      <dsp:nvSpPr>
        <dsp:cNvPr id="0" name=""/>
        <dsp:cNvSpPr/>
      </dsp:nvSpPr>
      <dsp:spPr>
        <a:xfrm>
          <a:off x="10872037" y="2723418"/>
          <a:ext cx="1553148" cy="97557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Trusted Contacts</a:t>
          </a:r>
        </a:p>
      </dsp:txBody>
      <dsp:txXfrm>
        <a:off x="10900610" y="2751991"/>
        <a:ext cx="1496002" cy="918425"/>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9/23/2026</a:t>
            </a:fld>
            <a:endParaRPr lang="en-US"/>
          </a:p>
        </p:txBody>
      </p:sp>
      <p:sp>
        <p:nvSpPr>
          <p:cNvPr id="4" name="Slide Image Placeholder 3"/>
          <p:cNvSpPr>
            <a:spLocks noGrp="1" noRot="1" noChangeAspect="1"/>
          </p:cNvSpPr>
          <p:nvPr>
            <p:ph type="sldImg" idx="2"/>
          </p:nvPr>
        </p:nvSpPr>
        <p:spPr>
          <a:xfrm>
            <a:off x="903288" y="1143000"/>
            <a:ext cx="5051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1002182" rtl="0" eaLnBrk="1" latinLnBrk="0" hangingPunct="1">
      <a:defRPr sz="1315" kern="1200">
        <a:solidFill>
          <a:schemeClr val="tx1"/>
        </a:solidFill>
        <a:latin typeface="+mn-lt"/>
        <a:ea typeface="+mn-ea"/>
        <a:cs typeface="+mn-cs"/>
      </a:defRPr>
    </a:lvl1pPr>
    <a:lvl2pPr marL="501091" algn="l" defTabSz="1002182" rtl="0" eaLnBrk="1" latinLnBrk="0" hangingPunct="1">
      <a:defRPr sz="1315" kern="1200">
        <a:solidFill>
          <a:schemeClr val="tx1"/>
        </a:solidFill>
        <a:latin typeface="+mn-lt"/>
        <a:ea typeface="+mn-ea"/>
        <a:cs typeface="+mn-cs"/>
      </a:defRPr>
    </a:lvl2pPr>
    <a:lvl3pPr marL="1002182" algn="l" defTabSz="1002182" rtl="0" eaLnBrk="1" latinLnBrk="0" hangingPunct="1">
      <a:defRPr sz="1315" kern="1200">
        <a:solidFill>
          <a:schemeClr val="tx1"/>
        </a:solidFill>
        <a:latin typeface="+mn-lt"/>
        <a:ea typeface="+mn-ea"/>
        <a:cs typeface="+mn-cs"/>
      </a:defRPr>
    </a:lvl3pPr>
    <a:lvl4pPr marL="1503274" algn="l" defTabSz="1002182" rtl="0" eaLnBrk="1" latinLnBrk="0" hangingPunct="1">
      <a:defRPr sz="1315" kern="1200">
        <a:solidFill>
          <a:schemeClr val="tx1"/>
        </a:solidFill>
        <a:latin typeface="+mn-lt"/>
        <a:ea typeface="+mn-ea"/>
        <a:cs typeface="+mn-cs"/>
      </a:defRPr>
    </a:lvl4pPr>
    <a:lvl5pPr marL="2004365" algn="l" defTabSz="1002182" rtl="0" eaLnBrk="1" latinLnBrk="0" hangingPunct="1">
      <a:defRPr sz="1315" kern="1200">
        <a:solidFill>
          <a:schemeClr val="tx1"/>
        </a:solidFill>
        <a:latin typeface="+mn-lt"/>
        <a:ea typeface="+mn-ea"/>
        <a:cs typeface="+mn-cs"/>
      </a:defRPr>
    </a:lvl5pPr>
    <a:lvl6pPr marL="2505456" algn="l" defTabSz="1002182" rtl="0" eaLnBrk="1" latinLnBrk="0" hangingPunct="1">
      <a:defRPr sz="1315" kern="1200">
        <a:solidFill>
          <a:schemeClr val="tx1"/>
        </a:solidFill>
        <a:latin typeface="+mn-lt"/>
        <a:ea typeface="+mn-ea"/>
        <a:cs typeface="+mn-cs"/>
      </a:defRPr>
    </a:lvl6pPr>
    <a:lvl7pPr marL="3006547" algn="l" defTabSz="1002182" rtl="0" eaLnBrk="1" latinLnBrk="0" hangingPunct="1">
      <a:defRPr sz="1315" kern="1200">
        <a:solidFill>
          <a:schemeClr val="tx1"/>
        </a:solidFill>
        <a:latin typeface="+mn-lt"/>
        <a:ea typeface="+mn-ea"/>
        <a:cs typeface="+mn-cs"/>
      </a:defRPr>
    </a:lvl7pPr>
    <a:lvl8pPr marL="3507638" algn="l" defTabSz="1002182" rtl="0" eaLnBrk="1" latinLnBrk="0" hangingPunct="1">
      <a:defRPr sz="1315" kern="1200">
        <a:solidFill>
          <a:schemeClr val="tx1"/>
        </a:solidFill>
        <a:latin typeface="+mn-lt"/>
        <a:ea typeface="+mn-ea"/>
        <a:cs typeface="+mn-cs"/>
      </a:defRPr>
    </a:lvl8pPr>
    <a:lvl9pPr marL="4008730" algn="l" defTabSz="1002182" rtl="0" eaLnBrk="1" latinLnBrk="0" hangingPunct="1">
      <a:defRPr sz="131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3288" y="1143000"/>
            <a:ext cx="5051425" cy="3086100"/>
          </a:xfrm>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3288" y="1143000"/>
            <a:ext cx="5051425" cy="30861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620044" y="1296173"/>
            <a:ext cx="9720263" cy="2757347"/>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620044" y="4159854"/>
            <a:ext cx="9720263" cy="19121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84274" y="1974511"/>
            <a:ext cx="11178302" cy="329451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84274" y="5300193"/>
            <a:ext cx="11178302" cy="173250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91024"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561177"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92712" y="421669"/>
            <a:ext cx="11178302" cy="1530841"/>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92713" y="1941510"/>
            <a:ext cx="5482835"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92713" y="2893014"/>
            <a:ext cx="5482835"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561177" y="1941510"/>
            <a:ext cx="5509837"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561177" y="2893014"/>
            <a:ext cx="5509837"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92713" y="528002"/>
            <a:ext cx="4180050" cy="1848009"/>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509837" y="1140340"/>
            <a:ext cx="6561177" cy="56283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92713" y="2376011"/>
            <a:ext cx="4180050"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92713" y="528002"/>
            <a:ext cx="4180050" cy="1848009"/>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509837" y="1140340"/>
            <a:ext cx="6561177" cy="5628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92713" y="2376011"/>
            <a:ext cx="4180050"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9274751" y="421669"/>
            <a:ext cx="2794575" cy="67118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91024" y="421669"/>
            <a:ext cx="8221722"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9/23/2026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0044" y="1296173"/>
            <a:ext cx="9720263" cy="2757347"/>
          </a:xfrm>
        </p:spPr>
        <p:txBody>
          <a:bodyPr anchor="b"/>
          <a:lstStyle>
            <a:lvl1pPr algn="ctr">
              <a:defRPr sz="6378"/>
            </a:lvl1pPr>
          </a:lstStyle>
          <a:p>
            <a:r>
              <a:rPr lang="en-US"/>
              <a:t>Click to edit Master title style</a:t>
            </a:r>
            <a:endParaRPr lang="en-US" dirty="0"/>
          </a:p>
        </p:txBody>
      </p:sp>
      <p:sp>
        <p:nvSpPr>
          <p:cNvPr id="3" name="Subtitle 2"/>
          <p:cNvSpPr>
            <a:spLocks noGrp="1"/>
          </p:cNvSpPr>
          <p:nvPr>
            <p:ph type="subTitle" idx="1"/>
          </p:nvPr>
        </p:nvSpPr>
        <p:spPr>
          <a:xfrm>
            <a:off x="1620044" y="4159854"/>
            <a:ext cx="9720263" cy="1912175"/>
          </a:xfrm>
        </p:spPr>
        <p:txBody>
          <a:bodyPr/>
          <a:lstStyle>
            <a:lvl1pPr marL="0" indent="0" algn="ctr">
              <a:buNone/>
              <a:defRPr sz="2551"/>
            </a:lvl1pPr>
            <a:lvl2pPr marL="486004" indent="0" algn="ctr">
              <a:buNone/>
              <a:defRPr sz="2126"/>
            </a:lvl2pPr>
            <a:lvl3pPr marL="972007" indent="0" algn="ctr">
              <a:buNone/>
              <a:defRPr sz="1913"/>
            </a:lvl3pPr>
            <a:lvl4pPr marL="1458011" indent="0" algn="ctr">
              <a:buNone/>
              <a:defRPr sz="1701"/>
            </a:lvl4pPr>
            <a:lvl5pPr marL="1944014" indent="0" algn="ctr">
              <a:buNone/>
              <a:defRPr sz="1701"/>
            </a:lvl5pPr>
            <a:lvl6pPr marL="2430018" indent="0" algn="ctr">
              <a:buNone/>
              <a:defRPr sz="1701"/>
            </a:lvl6pPr>
            <a:lvl7pPr marL="2916022" indent="0" algn="ctr">
              <a:buNone/>
              <a:defRPr sz="1701"/>
            </a:lvl7pPr>
            <a:lvl8pPr marL="3402025" indent="0" algn="ctr">
              <a:buNone/>
              <a:defRPr sz="1701"/>
            </a:lvl8pPr>
            <a:lvl9pPr marL="3888029" indent="0" algn="ctr">
              <a:buNone/>
              <a:defRPr sz="170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23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3992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23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2591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84274" y="1974511"/>
            <a:ext cx="11178302" cy="3294515"/>
          </a:xfrm>
        </p:spPr>
        <p:txBody>
          <a:bodyPr anchor="b"/>
          <a:lstStyle>
            <a:lvl1pPr>
              <a:defRPr sz="6378"/>
            </a:lvl1pPr>
          </a:lstStyle>
          <a:p>
            <a:r>
              <a:rPr lang="en-US"/>
              <a:t>Click to edit Master title style</a:t>
            </a:r>
            <a:endParaRPr lang="en-US" dirty="0"/>
          </a:p>
        </p:txBody>
      </p:sp>
      <p:sp>
        <p:nvSpPr>
          <p:cNvPr id="3" name="Text Placeholder 2"/>
          <p:cNvSpPr>
            <a:spLocks noGrp="1"/>
          </p:cNvSpPr>
          <p:nvPr>
            <p:ph type="body" idx="1"/>
          </p:nvPr>
        </p:nvSpPr>
        <p:spPr>
          <a:xfrm>
            <a:off x="884274" y="5300193"/>
            <a:ext cx="11178302" cy="1732508"/>
          </a:xfrm>
        </p:spPr>
        <p:txBody>
          <a:bodyPr/>
          <a:lstStyle>
            <a:lvl1pPr marL="0" indent="0">
              <a:buNone/>
              <a:defRPr sz="2551">
                <a:solidFill>
                  <a:schemeClr val="tx1">
                    <a:tint val="75000"/>
                  </a:schemeClr>
                </a:solidFill>
              </a:defRPr>
            </a:lvl1pPr>
            <a:lvl2pPr marL="486004" indent="0">
              <a:buNone/>
              <a:defRPr sz="2126">
                <a:solidFill>
                  <a:schemeClr val="tx1">
                    <a:tint val="75000"/>
                  </a:schemeClr>
                </a:solidFill>
              </a:defRPr>
            </a:lvl2pPr>
            <a:lvl3pPr marL="972007" indent="0">
              <a:buNone/>
              <a:defRPr sz="1913">
                <a:solidFill>
                  <a:schemeClr val="tx1">
                    <a:tint val="75000"/>
                  </a:schemeClr>
                </a:solidFill>
              </a:defRPr>
            </a:lvl3pPr>
            <a:lvl4pPr marL="1458011" indent="0">
              <a:buNone/>
              <a:defRPr sz="1701">
                <a:solidFill>
                  <a:schemeClr val="tx1">
                    <a:tint val="75000"/>
                  </a:schemeClr>
                </a:solidFill>
              </a:defRPr>
            </a:lvl4pPr>
            <a:lvl5pPr marL="1944014" indent="0">
              <a:buNone/>
              <a:defRPr sz="1701">
                <a:solidFill>
                  <a:schemeClr val="tx1">
                    <a:tint val="75000"/>
                  </a:schemeClr>
                </a:solidFill>
              </a:defRPr>
            </a:lvl5pPr>
            <a:lvl6pPr marL="2430018" indent="0">
              <a:buNone/>
              <a:defRPr sz="1701">
                <a:solidFill>
                  <a:schemeClr val="tx1">
                    <a:tint val="75000"/>
                  </a:schemeClr>
                </a:solidFill>
              </a:defRPr>
            </a:lvl6pPr>
            <a:lvl7pPr marL="2916022" indent="0">
              <a:buNone/>
              <a:defRPr sz="1701">
                <a:solidFill>
                  <a:schemeClr val="tx1">
                    <a:tint val="75000"/>
                  </a:schemeClr>
                </a:solidFill>
              </a:defRPr>
            </a:lvl7pPr>
            <a:lvl8pPr marL="3402025" indent="0">
              <a:buNone/>
              <a:defRPr sz="1701">
                <a:solidFill>
                  <a:schemeClr val="tx1">
                    <a:tint val="75000"/>
                  </a:schemeClr>
                </a:solidFill>
              </a:defRPr>
            </a:lvl8pPr>
            <a:lvl9pPr marL="3888029" indent="0">
              <a:buNone/>
              <a:defRPr sz="17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23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7622132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91024"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61177"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23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401246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92712" y="421669"/>
            <a:ext cx="11178302" cy="1530841"/>
          </a:xfrm>
        </p:spPr>
        <p:txBody>
          <a:bodyPr/>
          <a:lstStyle/>
          <a:p>
            <a:r>
              <a:rPr lang="en-US"/>
              <a:t>Click to edit Master title style</a:t>
            </a:r>
            <a:endParaRPr lang="en-US" dirty="0"/>
          </a:p>
        </p:txBody>
      </p:sp>
      <p:sp>
        <p:nvSpPr>
          <p:cNvPr id="3" name="Text Placeholder 2"/>
          <p:cNvSpPr>
            <a:spLocks noGrp="1"/>
          </p:cNvSpPr>
          <p:nvPr>
            <p:ph type="body" idx="1"/>
          </p:nvPr>
        </p:nvSpPr>
        <p:spPr>
          <a:xfrm>
            <a:off x="892713" y="1941510"/>
            <a:ext cx="5482835" cy="951504"/>
          </a:xfrm>
        </p:spPr>
        <p:txBody>
          <a:bodyPr anchor="b"/>
          <a:lstStyle>
            <a:lvl1pPr marL="0" indent="0">
              <a:buNone/>
              <a:defRPr sz="2551" b="1"/>
            </a:lvl1pPr>
            <a:lvl2pPr marL="486004" indent="0">
              <a:buNone/>
              <a:defRPr sz="2126" b="1"/>
            </a:lvl2pPr>
            <a:lvl3pPr marL="972007" indent="0">
              <a:buNone/>
              <a:defRPr sz="1913" b="1"/>
            </a:lvl3pPr>
            <a:lvl4pPr marL="1458011" indent="0">
              <a:buNone/>
              <a:defRPr sz="1701" b="1"/>
            </a:lvl4pPr>
            <a:lvl5pPr marL="1944014" indent="0">
              <a:buNone/>
              <a:defRPr sz="1701" b="1"/>
            </a:lvl5pPr>
            <a:lvl6pPr marL="2430018" indent="0">
              <a:buNone/>
              <a:defRPr sz="1701" b="1"/>
            </a:lvl6pPr>
            <a:lvl7pPr marL="2916022" indent="0">
              <a:buNone/>
              <a:defRPr sz="1701" b="1"/>
            </a:lvl7pPr>
            <a:lvl8pPr marL="3402025" indent="0">
              <a:buNone/>
              <a:defRPr sz="1701" b="1"/>
            </a:lvl8pPr>
            <a:lvl9pPr marL="3888029" indent="0">
              <a:buNone/>
              <a:defRPr sz="1701" b="1"/>
            </a:lvl9pPr>
          </a:lstStyle>
          <a:p>
            <a:pPr lvl="0"/>
            <a:r>
              <a:rPr lang="en-US"/>
              <a:t>Click to edit Master text styles</a:t>
            </a:r>
          </a:p>
        </p:txBody>
      </p:sp>
      <p:sp>
        <p:nvSpPr>
          <p:cNvPr id="4" name="Content Placeholder 3"/>
          <p:cNvSpPr>
            <a:spLocks noGrp="1"/>
          </p:cNvSpPr>
          <p:nvPr>
            <p:ph sz="half" idx="2"/>
          </p:nvPr>
        </p:nvSpPr>
        <p:spPr>
          <a:xfrm>
            <a:off x="892713" y="2893014"/>
            <a:ext cx="5482835"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61177" y="1941510"/>
            <a:ext cx="5509837" cy="951504"/>
          </a:xfrm>
        </p:spPr>
        <p:txBody>
          <a:bodyPr anchor="b"/>
          <a:lstStyle>
            <a:lvl1pPr marL="0" indent="0">
              <a:buNone/>
              <a:defRPr sz="2551" b="1"/>
            </a:lvl1pPr>
            <a:lvl2pPr marL="486004" indent="0">
              <a:buNone/>
              <a:defRPr sz="2126" b="1"/>
            </a:lvl2pPr>
            <a:lvl3pPr marL="972007" indent="0">
              <a:buNone/>
              <a:defRPr sz="1913" b="1"/>
            </a:lvl3pPr>
            <a:lvl4pPr marL="1458011" indent="0">
              <a:buNone/>
              <a:defRPr sz="1701" b="1"/>
            </a:lvl4pPr>
            <a:lvl5pPr marL="1944014" indent="0">
              <a:buNone/>
              <a:defRPr sz="1701" b="1"/>
            </a:lvl5pPr>
            <a:lvl6pPr marL="2430018" indent="0">
              <a:buNone/>
              <a:defRPr sz="1701" b="1"/>
            </a:lvl6pPr>
            <a:lvl7pPr marL="2916022" indent="0">
              <a:buNone/>
              <a:defRPr sz="1701" b="1"/>
            </a:lvl7pPr>
            <a:lvl8pPr marL="3402025" indent="0">
              <a:buNone/>
              <a:defRPr sz="1701" b="1"/>
            </a:lvl8pPr>
            <a:lvl9pPr marL="3888029" indent="0">
              <a:buNone/>
              <a:defRPr sz="1701" b="1"/>
            </a:lvl9pPr>
          </a:lstStyle>
          <a:p>
            <a:pPr lvl="0"/>
            <a:r>
              <a:rPr lang="en-US"/>
              <a:t>Click to edit Master text styles</a:t>
            </a:r>
          </a:p>
        </p:txBody>
      </p:sp>
      <p:sp>
        <p:nvSpPr>
          <p:cNvPr id="6" name="Content Placeholder 5"/>
          <p:cNvSpPr>
            <a:spLocks noGrp="1"/>
          </p:cNvSpPr>
          <p:nvPr>
            <p:ph sz="quarter" idx="4"/>
          </p:nvPr>
        </p:nvSpPr>
        <p:spPr>
          <a:xfrm>
            <a:off x="6561177" y="2893014"/>
            <a:ext cx="5509837"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23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5215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23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905384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23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73562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2713" y="528002"/>
            <a:ext cx="4180050" cy="1848009"/>
          </a:xfrm>
        </p:spPr>
        <p:txBody>
          <a:bodyPr anchor="b"/>
          <a:lstStyle>
            <a:lvl1pPr>
              <a:defRPr sz="3402"/>
            </a:lvl1pPr>
          </a:lstStyle>
          <a:p>
            <a:r>
              <a:rPr lang="en-US"/>
              <a:t>Click to edit Master title style</a:t>
            </a:r>
            <a:endParaRPr lang="en-US" dirty="0"/>
          </a:p>
        </p:txBody>
      </p:sp>
      <p:sp>
        <p:nvSpPr>
          <p:cNvPr id="3" name="Content Placeholder 2"/>
          <p:cNvSpPr>
            <a:spLocks noGrp="1"/>
          </p:cNvSpPr>
          <p:nvPr>
            <p:ph idx="1"/>
          </p:nvPr>
        </p:nvSpPr>
        <p:spPr>
          <a:xfrm>
            <a:off x="5509837" y="1140340"/>
            <a:ext cx="6561177" cy="5628360"/>
          </a:xfrm>
        </p:spPr>
        <p:txBody>
          <a:bodyPr/>
          <a:lstStyle>
            <a:lvl1pPr>
              <a:defRPr sz="3402"/>
            </a:lvl1pPr>
            <a:lvl2pPr>
              <a:defRPr sz="2976"/>
            </a:lvl2pPr>
            <a:lvl3pPr>
              <a:defRPr sz="2551"/>
            </a:lvl3pPr>
            <a:lvl4pPr>
              <a:defRPr sz="2126"/>
            </a:lvl4pPr>
            <a:lvl5pPr>
              <a:defRPr sz="2126"/>
            </a:lvl5pPr>
            <a:lvl6pPr>
              <a:defRPr sz="2126"/>
            </a:lvl6pPr>
            <a:lvl7pPr>
              <a:defRPr sz="2126"/>
            </a:lvl7pPr>
            <a:lvl8pPr>
              <a:defRPr sz="2126"/>
            </a:lvl8pPr>
            <a:lvl9pPr>
              <a:defRPr sz="2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92713" y="2376011"/>
            <a:ext cx="4180050" cy="4401855"/>
          </a:xfrm>
        </p:spPr>
        <p:txBody>
          <a:bodyPr/>
          <a:lstStyle>
            <a:lvl1pPr marL="0" indent="0">
              <a:buNone/>
              <a:defRPr sz="1701"/>
            </a:lvl1pPr>
            <a:lvl2pPr marL="486004" indent="0">
              <a:buNone/>
              <a:defRPr sz="1488"/>
            </a:lvl2pPr>
            <a:lvl3pPr marL="972007" indent="0">
              <a:buNone/>
              <a:defRPr sz="1276"/>
            </a:lvl3pPr>
            <a:lvl4pPr marL="1458011" indent="0">
              <a:buNone/>
              <a:defRPr sz="1063"/>
            </a:lvl4pPr>
            <a:lvl5pPr marL="1944014" indent="0">
              <a:buNone/>
              <a:defRPr sz="1063"/>
            </a:lvl5pPr>
            <a:lvl6pPr marL="2430018" indent="0">
              <a:buNone/>
              <a:defRPr sz="1063"/>
            </a:lvl6pPr>
            <a:lvl7pPr marL="2916022" indent="0">
              <a:buNone/>
              <a:defRPr sz="1063"/>
            </a:lvl7pPr>
            <a:lvl8pPr marL="3402025" indent="0">
              <a:buNone/>
              <a:defRPr sz="1063"/>
            </a:lvl8pPr>
            <a:lvl9pPr marL="3888029" indent="0">
              <a:buNone/>
              <a:defRPr sz="1063"/>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23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96926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2713" y="528002"/>
            <a:ext cx="4180050" cy="1848009"/>
          </a:xfrm>
        </p:spPr>
        <p:txBody>
          <a:bodyPr anchor="b"/>
          <a:lstStyle>
            <a:lvl1pPr>
              <a:defRPr sz="3402"/>
            </a:lvl1pPr>
          </a:lstStyle>
          <a:p>
            <a:r>
              <a:rPr lang="en-US"/>
              <a:t>Click to edit Master title style</a:t>
            </a:r>
            <a:endParaRPr lang="en-US" dirty="0"/>
          </a:p>
        </p:txBody>
      </p:sp>
      <p:sp>
        <p:nvSpPr>
          <p:cNvPr id="3" name="Picture Placeholder 2"/>
          <p:cNvSpPr>
            <a:spLocks noGrp="1" noChangeAspect="1"/>
          </p:cNvSpPr>
          <p:nvPr>
            <p:ph type="pic" idx="1"/>
          </p:nvPr>
        </p:nvSpPr>
        <p:spPr>
          <a:xfrm>
            <a:off x="5509837" y="1140340"/>
            <a:ext cx="6561177" cy="5628360"/>
          </a:xfrm>
        </p:spPr>
        <p:txBody>
          <a:bodyPr anchor="t"/>
          <a:lstStyle>
            <a:lvl1pPr marL="0" indent="0">
              <a:buNone/>
              <a:defRPr sz="3402"/>
            </a:lvl1pPr>
            <a:lvl2pPr marL="486004" indent="0">
              <a:buNone/>
              <a:defRPr sz="2976"/>
            </a:lvl2pPr>
            <a:lvl3pPr marL="972007" indent="0">
              <a:buNone/>
              <a:defRPr sz="2551"/>
            </a:lvl3pPr>
            <a:lvl4pPr marL="1458011" indent="0">
              <a:buNone/>
              <a:defRPr sz="2126"/>
            </a:lvl4pPr>
            <a:lvl5pPr marL="1944014" indent="0">
              <a:buNone/>
              <a:defRPr sz="2126"/>
            </a:lvl5pPr>
            <a:lvl6pPr marL="2430018" indent="0">
              <a:buNone/>
              <a:defRPr sz="2126"/>
            </a:lvl6pPr>
            <a:lvl7pPr marL="2916022" indent="0">
              <a:buNone/>
              <a:defRPr sz="2126"/>
            </a:lvl7pPr>
            <a:lvl8pPr marL="3402025" indent="0">
              <a:buNone/>
              <a:defRPr sz="2126"/>
            </a:lvl8pPr>
            <a:lvl9pPr marL="3888029" indent="0">
              <a:buNone/>
              <a:defRPr sz="2126"/>
            </a:lvl9pPr>
          </a:lstStyle>
          <a:p>
            <a:r>
              <a:rPr lang="en-US"/>
              <a:t>Click icon to add picture</a:t>
            </a:r>
            <a:endParaRPr lang="en-US" dirty="0"/>
          </a:p>
        </p:txBody>
      </p:sp>
      <p:sp>
        <p:nvSpPr>
          <p:cNvPr id="4" name="Text Placeholder 3"/>
          <p:cNvSpPr>
            <a:spLocks noGrp="1"/>
          </p:cNvSpPr>
          <p:nvPr>
            <p:ph type="body" sz="half" idx="2"/>
          </p:nvPr>
        </p:nvSpPr>
        <p:spPr>
          <a:xfrm>
            <a:off x="892713" y="2376011"/>
            <a:ext cx="4180050" cy="4401855"/>
          </a:xfrm>
        </p:spPr>
        <p:txBody>
          <a:bodyPr/>
          <a:lstStyle>
            <a:lvl1pPr marL="0" indent="0">
              <a:buNone/>
              <a:defRPr sz="1701"/>
            </a:lvl1pPr>
            <a:lvl2pPr marL="486004" indent="0">
              <a:buNone/>
              <a:defRPr sz="1488"/>
            </a:lvl2pPr>
            <a:lvl3pPr marL="972007" indent="0">
              <a:buNone/>
              <a:defRPr sz="1276"/>
            </a:lvl3pPr>
            <a:lvl4pPr marL="1458011" indent="0">
              <a:buNone/>
              <a:defRPr sz="1063"/>
            </a:lvl4pPr>
            <a:lvl5pPr marL="1944014" indent="0">
              <a:buNone/>
              <a:defRPr sz="1063"/>
            </a:lvl5pPr>
            <a:lvl6pPr marL="2430018" indent="0">
              <a:buNone/>
              <a:defRPr sz="1063"/>
            </a:lvl6pPr>
            <a:lvl7pPr marL="2916022" indent="0">
              <a:buNone/>
              <a:defRPr sz="1063"/>
            </a:lvl7pPr>
            <a:lvl8pPr marL="3402025" indent="0">
              <a:buNone/>
              <a:defRPr sz="1063"/>
            </a:lvl8pPr>
            <a:lvl9pPr marL="3888029" indent="0">
              <a:buNone/>
              <a:defRPr sz="1063"/>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23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1819429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23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63539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4751" y="421669"/>
            <a:ext cx="2794575" cy="67118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91024" y="421669"/>
            <a:ext cx="8221722"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23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624872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91024" y="421669"/>
            <a:ext cx="11178302" cy="153084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91024" y="2108344"/>
            <a:ext cx="11178302"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91024" y="7340702"/>
            <a:ext cx="2916079" cy="421669"/>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9/23/2026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293116" y="7340702"/>
            <a:ext cx="4374118" cy="421669"/>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9153247" y="7340702"/>
            <a:ext cx="2916079" cy="421669"/>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024" y="421669"/>
            <a:ext cx="11178302" cy="153084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91024" y="2108344"/>
            <a:ext cx="11178302"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1024" y="7340702"/>
            <a:ext cx="2916079" cy="421669"/>
          </a:xfrm>
          <a:prstGeom prst="rect">
            <a:avLst/>
          </a:prstGeom>
        </p:spPr>
        <p:txBody>
          <a:bodyPr vert="horz" lIns="91440" tIns="45720" rIns="91440" bIns="45720" rtlCol="0" anchor="ctr"/>
          <a:lstStyle>
            <a:lvl1pPr algn="l">
              <a:defRPr sz="1276">
                <a:solidFill>
                  <a:schemeClr val="tx1">
                    <a:tint val="75000"/>
                  </a:schemeClr>
                </a:solidFill>
              </a:defRPr>
            </a:lvl1pPr>
          </a:lstStyle>
          <a:p>
            <a:fld id="{E227863A-4956-4659-9192-3D74DA4F7578}" type="datetimeFigureOut">
              <a:rPr lang="en-US" smtClean="0"/>
              <a:t>9/23/2026</a:t>
            </a:fld>
            <a:endParaRPr lang="en-US"/>
          </a:p>
        </p:txBody>
      </p:sp>
      <p:sp>
        <p:nvSpPr>
          <p:cNvPr id="5" name="Footer Placeholder 4"/>
          <p:cNvSpPr>
            <a:spLocks noGrp="1"/>
          </p:cNvSpPr>
          <p:nvPr>
            <p:ph type="ftr" sz="quarter" idx="3"/>
          </p:nvPr>
        </p:nvSpPr>
        <p:spPr>
          <a:xfrm>
            <a:off x="4293116" y="7340702"/>
            <a:ext cx="4374118" cy="421669"/>
          </a:xfrm>
          <a:prstGeom prst="rect">
            <a:avLst/>
          </a:prstGeom>
        </p:spPr>
        <p:txBody>
          <a:bodyPr vert="horz" lIns="91440" tIns="45720" rIns="91440" bIns="45720" rtlCol="0" anchor="ctr"/>
          <a:lstStyle>
            <a:lvl1pPr algn="ctr">
              <a:defRPr sz="127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53247" y="7340702"/>
            <a:ext cx="2916079" cy="421669"/>
          </a:xfrm>
          <a:prstGeom prst="rect">
            <a:avLst/>
          </a:prstGeom>
        </p:spPr>
        <p:txBody>
          <a:bodyPr vert="horz" lIns="91440" tIns="45720" rIns="91440" bIns="45720" rtlCol="0" anchor="ctr"/>
          <a:lstStyle>
            <a:lvl1pPr algn="r">
              <a:defRPr sz="1276">
                <a:solidFill>
                  <a:schemeClr val="tx1">
                    <a:tint val="75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24016175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72007" rtl="0" eaLnBrk="1" latinLnBrk="0" hangingPunct="1">
        <a:lnSpc>
          <a:spcPct val="90000"/>
        </a:lnSpc>
        <a:spcBef>
          <a:spcPct val="0"/>
        </a:spcBef>
        <a:buNone/>
        <a:defRPr sz="4677" kern="1200">
          <a:solidFill>
            <a:schemeClr val="tx1"/>
          </a:solidFill>
          <a:latin typeface="+mj-lt"/>
          <a:ea typeface="+mj-ea"/>
          <a:cs typeface="+mj-cs"/>
        </a:defRPr>
      </a:lvl1pPr>
    </p:titleStyle>
    <p:bodyStyle>
      <a:lvl1pPr marL="243002" indent="-243002" algn="l" defTabSz="972007" rtl="0" eaLnBrk="1" latinLnBrk="0" hangingPunct="1">
        <a:lnSpc>
          <a:spcPct val="90000"/>
        </a:lnSpc>
        <a:spcBef>
          <a:spcPts val="1063"/>
        </a:spcBef>
        <a:buFont typeface="Arial" panose="020B0604020202020204" pitchFamily="34" charset="0"/>
        <a:buChar char="•"/>
        <a:defRPr sz="2976" kern="1200">
          <a:solidFill>
            <a:schemeClr val="tx1"/>
          </a:solidFill>
          <a:latin typeface="+mn-lt"/>
          <a:ea typeface="+mn-ea"/>
          <a:cs typeface="+mn-cs"/>
        </a:defRPr>
      </a:lvl1pPr>
      <a:lvl2pPr marL="729005" indent="-243002" algn="l" defTabSz="972007" rtl="0" eaLnBrk="1" latinLnBrk="0" hangingPunct="1">
        <a:lnSpc>
          <a:spcPct val="90000"/>
        </a:lnSpc>
        <a:spcBef>
          <a:spcPts val="532"/>
        </a:spcBef>
        <a:buFont typeface="Arial" panose="020B0604020202020204" pitchFamily="34" charset="0"/>
        <a:buChar char="•"/>
        <a:defRPr sz="2551" kern="1200">
          <a:solidFill>
            <a:schemeClr val="tx1"/>
          </a:solidFill>
          <a:latin typeface="+mn-lt"/>
          <a:ea typeface="+mn-ea"/>
          <a:cs typeface="+mn-cs"/>
        </a:defRPr>
      </a:lvl2pPr>
      <a:lvl3pPr marL="1215009" indent="-243002" algn="l" defTabSz="972007" rtl="0" eaLnBrk="1" latinLnBrk="0" hangingPunct="1">
        <a:lnSpc>
          <a:spcPct val="90000"/>
        </a:lnSpc>
        <a:spcBef>
          <a:spcPts val="532"/>
        </a:spcBef>
        <a:buFont typeface="Arial" panose="020B0604020202020204" pitchFamily="34" charset="0"/>
        <a:buChar char="•"/>
        <a:defRPr sz="2126" kern="1200">
          <a:solidFill>
            <a:schemeClr val="tx1"/>
          </a:solidFill>
          <a:latin typeface="+mn-lt"/>
          <a:ea typeface="+mn-ea"/>
          <a:cs typeface="+mn-cs"/>
        </a:defRPr>
      </a:lvl3pPr>
      <a:lvl4pPr marL="1701013"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4pPr>
      <a:lvl5pPr marL="2187016"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5pPr>
      <a:lvl6pPr marL="2673020"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6pPr>
      <a:lvl7pPr marL="3159023"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7pPr>
      <a:lvl8pPr marL="3645027"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8pPr>
      <a:lvl9pPr marL="4131031"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9pPr>
    </p:bodyStyle>
    <p:otherStyle>
      <a:defPPr>
        <a:defRPr lang="en-US"/>
      </a:defPPr>
      <a:lvl1pPr marL="0" algn="l" defTabSz="972007" rtl="0" eaLnBrk="1" latinLnBrk="0" hangingPunct="1">
        <a:defRPr sz="1913" kern="1200">
          <a:solidFill>
            <a:schemeClr val="tx1"/>
          </a:solidFill>
          <a:latin typeface="+mn-lt"/>
          <a:ea typeface="+mn-ea"/>
          <a:cs typeface="+mn-cs"/>
        </a:defRPr>
      </a:lvl1pPr>
      <a:lvl2pPr marL="486004" algn="l" defTabSz="972007" rtl="0" eaLnBrk="1" latinLnBrk="0" hangingPunct="1">
        <a:defRPr sz="1913" kern="1200">
          <a:solidFill>
            <a:schemeClr val="tx1"/>
          </a:solidFill>
          <a:latin typeface="+mn-lt"/>
          <a:ea typeface="+mn-ea"/>
          <a:cs typeface="+mn-cs"/>
        </a:defRPr>
      </a:lvl2pPr>
      <a:lvl3pPr marL="972007" algn="l" defTabSz="972007" rtl="0" eaLnBrk="1" latinLnBrk="0" hangingPunct="1">
        <a:defRPr sz="1913" kern="1200">
          <a:solidFill>
            <a:schemeClr val="tx1"/>
          </a:solidFill>
          <a:latin typeface="+mn-lt"/>
          <a:ea typeface="+mn-ea"/>
          <a:cs typeface="+mn-cs"/>
        </a:defRPr>
      </a:lvl3pPr>
      <a:lvl4pPr marL="1458011" algn="l" defTabSz="972007" rtl="0" eaLnBrk="1" latinLnBrk="0" hangingPunct="1">
        <a:defRPr sz="1913" kern="1200">
          <a:solidFill>
            <a:schemeClr val="tx1"/>
          </a:solidFill>
          <a:latin typeface="+mn-lt"/>
          <a:ea typeface="+mn-ea"/>
          <a:cs typeface="+mn-cs"/>
        </a:defRPr>
      </a:lvl4pPr>
      <a:lvl5pPr marL="1944014" algn="l" defTabSz="972007" rtl="0" eaLnBrk="1" latinLnBrk="0" hangingPunct="1">
        <a:defRPr sz="1913" kern="1200">
          <a:solidFill>
            <a:schemeClr val="tx1"/>
          </a:solidFill>
          <a:latin typeface="+mn-lt"/>
          <a:ea typeface="+mn-ea"/>
          <a:cs typeface="+mn-cs"/>
        </a:defRPr>
      </a:lvl5pPr>
      <a:lvl6pPr marL="2430018" algn="l" defTabSz="972007" rtl="0" eaLnBrk="1" latinLnBrk="0" hangingPunct="1">
        <a:defRPr sz="1913" kern="1200">
          <a:solidFill>
            <a:schemeClr val="tx1"/>
          </a:solidFill>
          <a:latin typeface="+mn-lt"/>
          <a:ea typeface="+mn-ea"/>
          <a:cs typeface="+mn-cs"/>
        </a:defRPr>
      </a:lvl6pPr>
      <a:lvl7pPr marL="2916022" algn="l" defTabSz="972007" rtl="0" eaLnBrk="1" latinLnBrk="0" hangingPunct="1">
        <a:defRPr sz="1913" kern="1200">
          <a:solidFill>
            <a:schemeClr val="tx1"/>
          </a:solidFill>
          <a:latin typeface="+mn-lt"/>
          <a:ea typeface="+mn-ea"/>
          <a:cs typeface="+mn-cs"/>
        </a:defRPr>
      </a:lvl7pPr>
      <a:lvl8pPr marL="3402025" algn="l" defTabSz="972007" rtl="0" eaLnBrk="1" latinLnBrk="0" hangingPunct="1">
        <a:defRPr sz="1913" kern="1200">
          <a:solidFill>
            <a:schemeClr val="tx1"/>
          </a:solidFill>
          <a:latin typeface="+mn-lt"/>
          <a:ea typeface="+mn-ea"/>
          <a:cs typeface="+mn-cs"/>
        </a:defRPr>
      </a:lvl8pPr>
      <a:lvl9pPr marL="3888029" algn="l" defTabSz="972007" rtl="0" eaLnBrk="1" latinLnBrk="0" hangingPunct="1">
        <a:defRPr sz="19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3379787" y="339923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Thursday</a:t>
            </a:r>
            <a:r>
              <a:rPr lang="en-IN" sz="2000" b="1">
                <a:solidFill>
                  <a:srgbClr val="FF0000"/>
                </a:solidFill>
                <a:latin typeface="Times New Roman" panose="02020603050405020304" pitchFamily="18" charset="0"/>
                <a:cs typeface="Times New Roman" panose="02020603050405020304" pitchFamily="18" charset="0"/>
              </a:rPr>
              <a:t>, September 23rd, </a:t>
            </a:r>
            <a:r>
              <a:rPr lang="en-IN" sz="2000" b="1" dirty="0">
                <a:solidFill>
                  <a:srgbClr val="FF0000"/>
                </a:solidFill>
                <a:latin typeface="Times New Roman" panose="02020603050405020304" pitchFamily="18" charset="0"/>
                <a:cs typeface="Times New Roman" panose="02020603050405020304" pitchFamily="18" charset="0"/>
              </a:rPr>
              <a:t>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220062696"/>
              </p:ext>
            </p:extLst>
          </p:nvPr>
        </p:nvGraphicFramePr>
        <p:xfrm>
          <a:off x="8577446" y="5429528"/>
          <a:ext cx="3702050" cy="9753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B Akhil Varma - 2420030141</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K. Vamsidhar - 2420030341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K.V.S. Jaswanth - 2420030467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422455" y="529657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108838424"/>
              </p:ext>
            </p:extLst>
          </p:nvPr>
        </p:nvGraphicFramePr>
        <p:xfrm>
          <a:off x="-411638" y="5305144"/>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826694" y="509356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6AC1C3D7-1A78-437F-8E79-FA9F45001D93}" type="datetime3">
              <a:rPr lang="en-US" b="1" smtClean="0"/>
              <a:t>23 September 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RTOS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1022350" y="1300286"/>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400" b="1" dirty="0">
              <a:solidFill>
                <a:srgbClr val="C00000"/>
              </a:solidFill>
              <a:latin typeface="Times New Roman" panose="02020603050405020304" pitchFamily="18" charset="0"/>
              <a:cs typeface="Times New Roman" panose="02020603050405020304" pitchFamily="18" charset="0"/>
            </a:endParaRPr>
          </a:p>
          <a:p>
            <a:pPr algn="ctr" defTabSz="914400">
              <a:defRPr/>
            </a:pPr>
            <a:endParaRPr lang="en-US" sz="2800" b="1" dirty="0">
              <a:solidFill>
                <a:schemeClr val="bg1"/>
              </a:solidFill>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633555" y="531019"/>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1122363" y="1341877"/>
            <a:ext cx="10715625" cy="1508105"/>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SafeGuardian AI: Agentic Women Safety and Intelligent SOS Response Platform</a:t>
            </a:r>
            <a:br>
              <a:rPr lang="en-IN" sz="2800" b="1" dirty="0">
                <a:solidFill>
                  <a:schemeClr val="bg1"/>
                </a:solidFill>
                <a:latin typeface="Times New Roman" panose="02020603050405020304" pitchFamily="18" charset="0"/>
                <a:cs typeface="Times New Roman" panose="02020603050405020304" pitchFamily="18" charset="0"/>
              </a:rPr>
            </a:br>
            <a:endParaRPr lang="en-US" sz="3600" dirty="0">
              <a:solidFill>
                <a:schemeClr val="bg1"/>
              </a:solidFill>
              <a:latin typeface="Calibri" panose="020F0502020204030204"/>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1122363" y="277782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defTabSz="457200">
              <a:defRPr/>
            </a:pPr>
            <a:fld id="{ACBBD2AD-CA4B-40B7-B7F6-5A567EB7E4C0}" type="datetime3">
              <a:rPr lang="en-US">
                <a:solidFill>
                  <a:prstClr val="black">
                    <a:tint val="75000"/>
                  </a:prstClr>
                </a:solidFill>
                <a:latin typeface="Calibri" panose="020F0502020204030204"/>
              </a:rPr>
              <a:pPr defTabSz="457200">
                <a:defRPr/>
              </a:pPr>
              <a:t>23 September 2026</a:t>
            </a:fld>
            <a:endParaRPr lang="en-IN" dirty="0">
              <a:solidFill>
                <a:prstClr val="black">
                  <a:tint val="75000"/>
                </a:prstClr>
              </a:solidFill>
              <a:latin typeface="Calibri" panose="020F0502020204030204"/>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defTabSz="457200">
              <a:defRPr/>
            </a:pPr>
            <a:r>
              <a:rPr lang="en-IN" dirty="0">
                <a:solidFill>
                  <a:prstClr val="black">
                    <a:tint val="75000"/>
                  </a:prstClr>
                </a:solidFill>
                <a:latin typeface="Calibri" panose="020F0502020204030204"/>
              </a:rPr>
              <a:t>Ph.D. Viva Voce</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defTabSz="457200">
              <a:defRPr/>
            </a:pPr>
            <a:fld id="{5A3A418F-4DEE-4BB1-940B-1145D135750E}" type="slidenum">
              <a:rPr lang="en-IN">
                <a:solidFill>
                  <a:prstClr val="black">
                    <a:tint val="75000"/>
                  </a:prstClr>
                </a:solidFill>
                <a:latin typeface="Calibri" panose="020F0502020204030204"/>
              </a:rPr>
              <a:pPr defTabSz="457200">
                <a:defRPr/>
              </a:pPr>
              <a:t>2</a:t>
            </a:fld>
            <a:endParaRPr lang="en-IN" dirty="0">
              <a:solidFill>
                <a:prstClr val="black">
                  <a:tint val="75000"/>
                </a:prstClr>
              </a:solidFill>
              <a:latin typeface="Calibri" panose="020F0502020204030204"/>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405081" y="70456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457200">
              <a:defRPr/>
            </a:pPr>
            <a:r>
              <a:rPr lang="en-IN" sz="3600" b="1" dirty="0">
                <a:ln w="0"/>
                <a:solidFill>
                  <a:srgbClr val="4472C4"/>
                </a:solidFill>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385536" y="190901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Challenges</a:t>
              </a:r>
            </a:p>
            <a:p>
              <a:pPr marL="430213" indent="-342900" defTabSz="457200">
                <a:lnSpc>
                  <a:spcPct val="150000"/>
                </a:lnSpc>
                <a:buSzPts val="2520"/>
                <a:buFont typeface="Arial" panose="020B0604020202020204" pitchFamily="34" charset="0"/>
                <a:buChar char="•"/>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Research Objectives</a:t>
              </a:r>
            </a:p>
            <a:p>
              <a:pPr marL="430213" indent="-342900" defTabSz="457200">
                <a:lnSpc>
                  <a:spcPct val="150000"/>
                </a:lnSpc>
                <a:buSzPts val="2520"/>
                <a:buFont typeface="Arial" panose="020B0604020202020204" pitchFamily="34" charset="0"/>
                <a:buChar char="•"/>
                <a:tabLst>
                  <a:tab pos="444500" algn="l"/>
                </a:tabLst>
                <a:defRPr/>
              </a:pPr>
              <a:endParaRPr lang="en-US" sz="1800" b="1" dirty="0">
                <a:solidFill>
                  <a:prstClr val="black"/>
                </a:solidFill>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Conclusion &amp; Future Work</a:t>
              </a:r>
            </a:p>
            <a:p>
              <a:pPr marL="430213" indent="-342900" defTabSz="457200">
                <a:lnSpc>
                  <a:spcPct val="150000"/>
                </a:lnSpc>
                <a:spcBef>
                  <a:spcPts val="504"/>
                </a:spcBef>
                <a:buSzPts val="2520"/>
                <a:buFont typeface="Arial" panose="020B0604020202020204" pitchFamily="34" charset="0"/>
                <a:buChar char="•"/>
                <a:tabLst>
                  <a:tab pos="444500" algn="l"/>
                </a:tabLst>
                <a:defRPr/>
              </a:pPr>
              <a:endParaRPr lang="en-US" sz="1800" b="1" dirty="0">
                <a:solidFill>
                  <a:prstClr val="black"/>
                </a:solidFill>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References</a:t>
              </a:r>
              <a:br>
                <a:rPr lang="en-US" sz="1800" b="1" dirty="0">
                  <a:solidFill>
                    <a:prstClr val="white"/>
                  </a:solidFill>
                  <a:latin typeface="Times New Roman" pitchFamily="18" charset="0"/>
                  <a:ea typeface="Calibri"/>
                  <a:cs typeface="Times New Roman" pitchFamily="18" charset="0"/>
                  <a:sym typeface="Calibri"/>
                </a:rPr>
              </a:br>
              <a:endParaRPr lang="en-US" sz="1800" b="1" dirty="0">
                <a:solidFill>
                  <a:prstClr val="white"/>
                </a:solidFill>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Publications Details</a:t>
              </a:r>
            </a:p>
            <a:p>
              <a:pPr marL="430213" indent="-342900" defTabSz="457200">
                <a:lnSpc>
                  <a:spcPct val="150000"/>
                </a:lnSpc>
                <a:spcBef>
                  <a:spcPts val="504"/>
                </a:spcBef>
                <a:buSzPts val="2520"/>
                <a:buFont typeface="Arial" panose="020B0604020202020204" pitchFamily="34" charset="0"/>
                <a:buChar char="•"/>
                <a:tabLst>
                  <a:tab pos="444500" algn="l"/>
                </a:tabLst>
                <a:defRPr/>
              </a:pPr>
              <a:endParaRPr lang="en-US" sz="100" b="1" dirty="0">
                <a:solidFill>
                  <a:prstClr val="white"/>
                </a:solidFill>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indent="-342900">
                <a:lnSpc>
                  <a:spcPct val="150000"/>
                </a:lnSpc>
                <a:spcBef>
                  <a:spcPts val="0"/>
                </a:spcBef>
                <a:buSzPts val="2520"/>
                <a:tabLst>
                  <a:tab pos="444500" algn="l"/>
                </a:tabLst>
                <a:defRPr/>
              </a:pPr>
              <a:r>
                <a:rPr lang="en-US" sz="2000" b="1" dirty="0">
                  <a:solidFill>
                    <a:prstClr val="white"/>
                  </a:solidFill>
                  <a:latin typeface="Times New Roman" pitchFamily="18" charset="0"/>
                  <a:ea typeface="Calibri"/>
                  <a:cs typeface="Times New Roman" pitchFamily="18" charset="0"/>
                  <a:sym typeface="Calibri"/>
                </a:rPr>
                <a:t>Focus</a:t>
              </a: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504"/>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00000"/>
                </a:lnSpc>
                <a:spcBef>
                  <a:spcPts val="0"/>
                </a:spcBef>
                <a:defRPr/>
              </a:pPr>
              <a:endParaRPr lang="en-IN" sz="2400" dirty="0">
                <a:solidFill>
                  <a:prstClr val="black"/>
                </a:solidFill>
                <a:latin typeface="Times New Roman" panose="02020603050405020304" pitchFamily="18" charset="0"/>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indent="-342900">
                <a:lnSpc>
                  <a:spcPct val="150000"/>
                </a:lnSpc>
                <a:spcBef>
                  <a:spcPts val="0"/>
                </a:spcBef>
                <a:buSzPts val="2520"/>
                <a:tabLst>
                  <a:tab pos="444500" algn="l"/>
                </a:tabLst>
                <a:defRPr/>
              </a:pPr>
              <a:r>
                <a:rPr lang="en-US" sz="2000" b="1" dirty="0">
                  <a:solidFill>
                    <a:prstClr val="white"/>
                  </a:solidFill>
                  <a:latin typeface="Times New Roman" pitchFamily="18" charset="0"/>
                  <a:ea typeface="Calibri"/>
                  <a:cs typeface="Times New Roman" pitchFamily="18" charset="0"/>
                  <a:sym typeface="Calibri"/>
                </a:rPr>
                <a:t>Introduction</a:t>
              </a: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504"/>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00000"/>
                </a:lnSpc>
                <a:spcBef>
                  <a:spcPts val="0"/>
                </a:spcBef>
                <a:defRPr/>
              </a:pPr>
              <a:endParaRPr lang="en-IN" sz="2400" dirty="0">
                <a:solidFill>
                  <a:prstClr val="black"/>
                </a:solidFill>
                <a:latin typeface="Times New Roman" panose="02020603050405020304" pitchFamily="18" charset="0"/>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2040" b="1" dirty="0">
                  <a:solidFill>
                    <a:prstClr val="white"/>
                  </a:solidFill>
                  <a:latin typeface="Times New Roman" pitchFamily="18" charset="0"/>
                  <a:ea typeface="Calibri"/>
                  <a:cs typeface="Times New Roman" pitchFamily="18" charset="0"/>
                  <a:sym typeface="Calibri"/>
                </a:rPr>
                <a:t>Literature Survey</a:t>
              </a:r>
              <a:endParaRPr lang="en-US" sz="2040" b="1" dirty="0">
                <a:solidFill>
                  <a:prstClr val="black"/>
                </a:solidFill>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25685" y="64643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633555" y="531019"/>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4376072" y="101325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2" name="TextBox 1">
            <a:extLst>
              <a:ext uri="{FF2B5EF4-FFF2-40B4-BE49-F238E27FC236}">
                <a16:creationId xmlns:a16="http://schemas.microsoft.com/office/drawing/2014/main" id="{24DB2C64-D54D-FB62-DA7F-EAD0CDF07BDB}"/>
              </a:ext>
            </a:extLst>
          </p:cNvPr>
          <p:cNvSpPr txBox="1"/>
          <p:nvPr/>
        </p:nvSpPr>
        <p:spPr>
          <a:xfrm>
            <a:off x="2361235" y="2458142"/>
            <a:ext cx="8368497" cy="3128421"/>
          </a:xfrm>
          <a:prstGeom prst="rect">
            <a:avLst/>
          </a:prstGeom>
          <a:noFill/>
        </p:spPr>
        <p:txBody>
          <a:bodyPr wrap="square" rtlCol="0">
            <a:spAutoFit/>
          </a:bodyPr>
          <a:lstStyle/>
          <a:p>
            <a:r>
              <a:rPr lang="en-IN" dirty="0"/>
              <a:t>Women’s safety remains a major concern in today’s world, particularly during situations involving harassment, stalking, unsafe surroundings, or emergencies. Existing safety applications mainly depend on manual SOS activation, basic location sharing, and predefined emergency contacts, which may not be sufficient when a user is unable to interact with the phone or when the surrounding risk needs to be assessed. There is a need for an intelligent safety platform that can combine rapid SOS activation, real-time location monitoring, AI-based threat detection, risk assessment, and coordinated emergency response to provide faster and more context-aware assistance.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432175" y="100018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E61F2342-2C93-CB4A-BC51-980EDF9CCA5B}"/>
              </a:ext>
            </a:extLst>
          </p:cNvPr>
          <p:cNvSpPr txBox="1"/>
          <p:nvPr/>
        </p:nvSpPr>
        <p:spPr>
          <a:xfrm>
            <a:off x="2134318" y="2458143"/>
            <a:ext cx="8603225" cy="2521203"/>
          </a:xfrm>
          <a:prstGeom prst="rect">
            <a:avLst/>
          </a:prstGeom>
          <a:noFill/>
        </p:spPr>
        <p:txBody>
          <a:bodyPr wrap="square" rtlCol="0">
            <a:spAutoFit/>
          </a:bodyPr>
          <a:lstStyle/>
          <a:p>
            <a:r>
              <a:rPr lang="en-IN" b="1" dirty="0"/>
              <a:t>To make this application:</a:t>
            </a:r>
          </a:p>
          <a:p>
            <a:pPr lvl="0"/>
            <a:r>
              <a:rPr lang="en-IN" b="1" dirty="0"/>
              <a:t>1. To make this application enable quick SOS activation</a:t>
            </a:r>
            <a:r>
              <a:rPr lang="en-IN" dirty="0"/>
              <a:t> through a simple interface or voice-based trigger with real-time location sharing. </a:t>
            </a:r>
          </a:p>
          <a:p>
            <a:pPr lvl="0"/>
            <a:r>
              <a:rPr lang="en-IN" b="1" dirty="0"/>
              <a:t>2. To make this application use an AI Assistant</a:t>
            </a:r>
            <a:r>
              <a:rPr lang="en-IN" dirty="0"/>
              <a:t> to analyse available contextual information, identify potential threats, and assess the risk level. </a:t>
            </a:r>
          </a:p>
          <a:p>
            <a:pPr lvl="0"/>
            <a:r>
              <a:rPr lang="en-IN" b="1" dirty="0"/>
              <a:t>3. To make this application provide intelligent emergency response</a:t>
            </a:r>
            <a:r>
              <a:rPr lang="en-IN" dirty="0"/>
              <a:t> by using </a:t>
            </a:r>
            <a:r>
              <a:rPr lang="en-IN" b="1" dirty="0"/>
              <a:t>SOA-integrated services</a:t>
            </a:r>
            <a:r>
              <a:rPr lang="en-IN" dirty="0"/>
              <a:t> to route alerts and incident information to appropriate trusted contacts and responders.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165498288"/>
              </p:ext>
            </p:extLst>
          </p:nvPr>
        </p:nvGraphicFramePr>
        <p:xfrm>
          <a:off x="0" y="896720"/>
          <a:ext cx="12960350" cy="6610207"/>
        </p:xfrm>
        <a:graphic>
          <a:graphicData uri="http://schemas.openxmlformats.org/drawingml/2006/table">
            <a:tbl>
              <a:tblPr firstRow="1" lastCol="1" bandRow="1">
                <a:tableStyleId>{BC89EF96-8CEA-46FF-86C4-4CE0E7609802}</a:tableStyleId>
              </a:tblPr>
              <a:tblGrid>
                <a:gridCol w="1212252">
                  <a:extLst>
                    <a:ext uri="{9D8B030D-6E8A-4147-A177-3AD203B41FA5}">
                      <a16:colId xmlns:a16="http://schemas.microsoft.com/office/drawing/2014/main" val="20001"/>
                    </a:ext>
                  </a:extLst>
                </a:gridCol>
                <a:gridCol w="2532790">
                  <a:extLst>
                    <a:ext uri="{9D8B030D-6E8A-4147-A177-3AD203B41FA5}">
                      <a16:colId xmlns:a16="http://schemas.microsoft.com/office/drawing/2014/main" val="20002"/>
                    </a:ext>
                  </a:extLst>
                </a:gridCol>
                <a:gridCol w="2756339">
                  <a:extLst>
                    <a:ext uri="{9D8B030D-6E8A-4147-A177-3AD203B41FA5}">
                      <a16:colId xmlns:a16="http://schemas.microsoft.com/office/drawing/2014/main" val="20003"/>
                    </a:ext>
                  </a:extLst>
                </a:gridCol>
                <a:gridCol w="3268932">
                  <a:extLst>
                    <a:ext uri="{9D8B030D-6E8A-4147-A177-3AD203B41FA5}">
                      <a16:colId xmlns:a16="http://schemas.microsoft.com/office/drawing/2014/main" val="20004"/>
                    </a:ext>
                  </a:extLst>
                </a:gridCol>
                <a:gridCol w="3190037">
                  <a:extLst>
                    <a:ext uri="{9D8B030D-6E8A-4147-A177-3AD203B41FA5}">
                      <a16:colId xmlns:a16="http://schemas.microsoft.com/office/drawing/2014/main" val="1396003017"/>
                    </a:ext>
                  </a:extLst>
                </a:gridCol>
              </a:tblGrid>
              <a:tr h="335168">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332265">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Harikiran et al. (2016)</a:t>
                      </a:r>
                    </a:p>
                  </a:txBody>
                  <a:tcPr/>
                </a:tc>
                <a:tc>
                  <a:txBody>
                    <a:bodyPr/>
                    <a:lstStyle/>
                    <a:p>
                      <a:r>
                        <a:rPr lang="en-US" sz="1400" b="0" i="0" u="none" strike="noStrike" kern="1200" dirty="0">
                          <a:solidFill>
                            <a:srgbClr val="FF0000"/>
                          </a:solidFill>
                          <a:effectLst/>
                          <a:latin typeface="Times New Roman" panose="02020603050405020304" pitchFamily="18" charset="0"/>
                          <a:ea typeface="+mn-ea"/>
                          <a:cs typeface="Times New Roman" panose="02020603050405020304" pitchFamily="18" charset="0"/>
                        </a:rPr>
                        <a:t>Smart Security Solution for Women Based on Internet of Things (IoT)</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i="0" kern="1200" dirty="0">
                          <a:solidFill>
                            <a:srgbClr val="FF0000"/>
                          </a:solidFill>
                          <a:effectLst/>
                          <a:latin typeface="Times New Roman" panose="02020603050405020304" pitchFamily="18" charset="0"/>
                          <a:ea typeface="+mn-ea"/>
                          <a:cs typeface="Times New Roman" panose="02020603050405020304" pitchFamily="18" charset="0"/>
                        </a:rPr>
                        <a:t>IoT-based safety device, automatic sensing, communication with nearby people/police</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how IoT can support automatic emergency detection and rapid assistance.</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Primarily focuses on IoT/device-based safety rather than AI-driven contextual decision-making and coordinated software agents.</a:t>
                      </a:r>
                    </a:p>
                  </a:txBody>
                  <a:tcPr/>
                </a:tc>
                <a:extLst>
                  <a:ext uri="{0D108BD9-81ED-4DB2-BD59-A6C34878D82A}">
                    <a16:rowId xmlns:a16="http://schemas.microsoft.com/office/drawing/2014/main" val="3714155954"/>
                  </a:ext>
                </a:extLst>
              </a:tr>
              <a:tr h="1369437">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Eisenhut et al. (2020)</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Mobile Applications Addressing Violence Against Women: A Systematic Review</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Systematic review of 327 relevant applications; 171 included and categorized into emergency, avoidance, education, reporting/evidence, and support</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Found that </a:t>
                      </a:r>
                      <a:r>
                        <a:rPr lang="en-IN" sz="14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46.78%</a:t>
                      </a:r>
                      <a:r>
                        <a:rPr lang="en-IN" sz="14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of reviewed apps primarily provided emergency functions, showing that current solutions are heavily oriented toward one-time emergency response.</a:t>
                      </a:r>
                      <a:endParaRPr lang="en-US" sz="1400" b="0" i="0" u="none" kern="1200" dirty="0">
                        <a:solidFill>
                          <a:srgbClr val="FF0000"/>
                        </a:solidFill>
                        <a:effectLst/>
                        <a:latin typeface="Times New Roman" panose="02020603050405020304" pitchFamily="18" charset="0"/>
                        <a:ea typeface="Tahoma" panose="020B0604030504040204" pitchFamily="34" charset="0"/>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0" dirty="0">
                          <a:solidFill>
                            <a:srgbClr val="FF0000"/>
                          </a:solidFill>
                          <a:latin typeface="Times New Roman" panose="02020603050405020304" pitchFamily="18" charset="0"/>
                          <a:cs typeface="Times New Roman" panose="02020603050405020304" pitchFamily="18" charset="0"/>
                        </a:rPr>
                        <a:t>Highlights the need for further research into prevention, safety, efficacy, sustainability, and data security.</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170402">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Akram et al. (2020)</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Design of a Smart Safety Device for Women using IoT</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IoT safety device with fingerprint verification, automatic alerting, location support, messaging and mobile application</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integration of IoT sensing, automatic alerts, location information and communication for women's safety.</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Hardware-oriented approach; does not provide a unified agentic AI architecture for threat assessment and intelligent response.</a:t>
                      </a:r>
                    </a:p>
                  </a:txBody>
                  <a:tcPr/>
                </a:tc>
                <a:extLst>
                  <a:ext uri="{0D108BD9-81ED-4DB2-BD59-A6C34878D82A}">
                    <a16:rowId xmlns:a16="http://schemas.microsoft.com/office/drawing/2014/main" val="2841575018"/>
                  </a:ext>
                </a:extLst>
              </a:tr>
              <a:tr h="1185090">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Doria et al. (2021)</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Women’s Experiences of Safety Apps for Sexualized Violence: A Narrative Scoping Review</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Systematic search and review of studies concerning women's experiences with safety applications</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Identified important themes including security, accessibility and knowledge, showing that usability and user experience are important alongside technical features.</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Further research is required to address identified gaps and improve the effectiveness and usability of safety applications.</a:t>
                      </a:r>
                    </a:p>
                  </a:txBody>
                  <a:tcPr/>
                </a:tc>
                <a:extLst>
                  <a:ext uri="{0D108BD9-81ED-4DB2-BD59-A6C34878D82A}">
                    <a16:rowId xmlns:a16="http://schemas.microsoft.com/office/drawing/2014/main" val="1371010118"/>
                  </a:ext>
                </a:extLst>
              </a:tr>
              <a:tr h="1185090">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Naaz et al. (2026)</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Comprehensive Review on Women Safety Technologies: Indian Perspective</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Structured review of women's safety technologies including mobile applications, GPS, IoT, wearables, surveillance and ML</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Identifies existing technologies and emphasizes the importance of contextual relevance, accessibility, affordability and improved integration.</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Identifies gaps in comprehensive evaluation, Indian-context research, awareness and real-world adoption.</a:t>
                      </a:r>
                    </a:p>
                  </a:txBody>
                  <a:tcPr/>
                </a:tc>
                <a:extLst>
                  <a:ext uri="{0D108BD9-81ED-4DB2-BD59-A6C34878D82A}">
                    <a16:rowId xmlns:a16="http://schemas.microsoft.com/office/drawing/2014/main" val="1035516894"/>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944740" y="331876"/>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fld id="{022A9A8C-9B92-4D48-A6C8-6870D9F00B9F}" type="datetime3">
              <a:rPr lang="en-US" smtClean="0"/>
              <a:t>23 September 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Ph.D. Viva Voce</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633555" y="183777"/>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432175" y="1131098"/>
            <a:ext cx="6096000" cy="646331"/>
          </a:xfrm>
          <a:prstGeom prst="rect">
            <a:avLst/>
          </a:prstGeom>
          <a:noFill/>
        </p:spPr>
        <p:txBody>
          <a:bodyPr wrap="square">
            <a:spAutoFit/>
          </a:bodyPr>
          <a:lstStyle/>
          <a:p>
            <a:pPr algn="ctr"/>
            <a:r>
              <a:rPr lang="en-US" sz="3600" b="1" dirty="0"/>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89C9E29D-303F-64DA-A1B8-0C49BB57BB7D}"/>
              </a:ext>
            </a:extLst>
          </p:cNvPr>
          <p:cNvSpPr txBox="1"/>
          <p:nvPr/>
        </p:nvSpPr>
        <p:spPr>
          <a:xfrm>
            <a:off x="1655180" y="2458142"/>
            <a:ext cx="9248171" cy="3128421"/>
          </a:xfrm>
          <a:prstGeom prst="rect">
            <a:avLst/>
          </a:prstGeom>
          <a:noFill/>
        </p:spPr>
        <p:txBody>
          <a:bodyPr wrap="square" rtlCol="0">
            <a:spAutoFit/>
          </a:bodyPr>
          <a:lstStyle/>
          <a:p>
            <a:r>
              <a:rPr lang="en-IN" dirty="0"/>
              <a:t>Existing women-safety solutions provide useful capabilities such as SOS alerts, GPS tracking, IoT sensing, audio/video-based detection and emergency communication; however, these capabilities are often implemented as individual solutions rather than being coordinated through a common intelligent system. Most existing applications focus on manual emergency activation or specific safety functions, with limited integration of contextual analysis, intelligent decision-making and coordinated service interaction. Therefore, the identified research gap is the lack of a unified platform where an AI Assistant can interact with and coordinate independent safety services through a Service-Oriented Architecture (SOA) to support intelligent risk assessment and emergency response.</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2277236" y="109837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58459980-33B3-54D3-7810-419DD0D2261D}"/>
              </a:ext>
            </a:extLst>
          </p:cNvPr>
          <p:cNvSpPr txBox="1"/>
          <p:nvPr/>
        </p:nvSpPr>
        <p:spPr>
          <a:xfrm>
            <a:off x="858737" y="1879286"/>
            <a:ext cx="11040038" cy="4646465"/>
          </a:xfrm>
          <a:prstGeom prst="rect">
            <a:avLst/>
          </a:prstGeom>
          <a:noFill/>
        </p:spPr>
        <p:txBody>
          <a:bodyPr wrap="square">
            <a:spAutoFit/>
          </a:bodyPr>
          <a:lstStyle/>
          <a:p>
            <a:r>
              <a:rPr lang="en-IN" b="1" dirty="0"/>
              <a:t>Proposed Innovation</a:t>
            </a:r>
          </a:p>
          <a:p>
            <a:r>
              <a:rPr lang="en-IN" dirty="0" err="1"/>
              <a:t>SafeGuardian</a:t>
            </a:r>
            <a:r>
              <a:rPr lang="en-IN" dirty="0"/>
              <a:t> AI provides a </a:t>
            </a:r>
            <a:r>
              <a:rPr lang="en-IN" b="1" dirty="0"/>
              <a:t>simple and intelligent emergency-response system</a:t>
            </a:r>
            <a:r>
              <a:rPr lang="en-IN" dirty="0"/>
              <a:t> that reduces manual actions during an emergency.</a:t>
            </a:r>
          </a:p>
          <a:p>
            <a:r>
              <a:rPr lang="en-IN" b="1" dirty="0"/>
              <a:t>Key Innovative Aspects</a:t>
            </a:r>
          </a:p>
          <a:p>
            <a:r>
              <a:rPr lang="en-IN" b="1" dirty="0"/>
              <a:t>1. Context-Based AI</a:t>
            </a:r>
            <a:br>
              <a:rPr lang="en-IN" dirty="0"/>
            </a:br>
            <a:r>
              <a:rPr lang="en-IN" dirty="0" err="1"/>
              <a:t>Analyzes</a:t>
            </a:r>
            <a:r>
              <a:rPr lang="en-IN" dirty="0"/>
              <a:t> the situation and identifies the </a:t>
            </a:r>
            <a:r>
              <a:rPr lang="en-IN" b="1" dirty="0"/>
              <a:t>risk level</a:t>
            </a:r>
            <a:r>
              <a:rPr lang="en-IN" dirty="0"/>
              <a:t>.</a:t>
            </a:r>
          </a:p>
          <a:p>
            <a:r>
              <a:rPr lang="en-IN" b="1" dirty="0"/>
              <a:t>2. One-Click SOS</a:t>
            </a:r>
            <a:br>
              <a:rPr lang="en-IN" dirty="0"/>
            </a:br>
            <a:r>
              <a:rPr lang="en-IN" dirty="0"/>
              <a:t>One SOS action starts the </a:t>
            </a:r>
            <a:r>
              <a:rPr lang="en-IN" b="1" dirty="0"/>
              <a:t>location, AI assessment, and emergency response</a:t>
            </a:r>
            <a:r>
              <a:rPr lang="en-IN" dirty="0"/>
              <a:t>.</a:t>
            </a:r>
          </a:p>
          <a:p>
            <a:r>
              <a:rPr lang="en-IN" b="1" dirty="0"/>
              <a:t>3. Multimodal Evidence Sharing</a:t>
            </a:r>
            <a:br>
              <a:rPr lang="en-IN" dirty="0"/>
            </a:br>
            <a:r>
              <a:rPr lang="en-IN" dirty="0"/>
              <a:t>Shares </a:t>
            </a:r>
            <a:r>
              <a:rPr lang="en-IN" b="1" dirty="0"/>
              <a:t>current location, captured camera evidence, and voice evidence</a:t>
            </a:r>
            <a:r>
              <a:rPr lang="en-IN" dirty="0"/>
              <a:t> during an SOS.</a:t>
            </a:r>
          </a:p>
          <a:p>
            <a:r>
              <a:rPr lang="en-IN" b="1" dirty="0"/>
              <a:t>4. Trusted Contact Notification</a:t>
            </a:r>
            <a:br>
              <a:rPr lang="en-IN" dirty="0"/>
            </a:br>
            <a:r>
              <a:rPr lang="en-IN" dirty="0"/>
              <a:t>Automatically processes alerts for the user's </a:t>
            </a:r>
            <a:r>
              <a:rPr lang="en-IN" b="1" dirty="0"/>
              <a:t>saved emergency contacts</a:t>
            </a:r>
            <a:r>
              <a:rPr lang="en-IN" dirty="0"/>
              <a:t>.</a:t>
            </a:r>
          </a:p>
          <a:p>
            <a:r>
              <a:rPr lang="en-IN" b="1" dirty="0"/>
              <a:t>5. Integrated Services</a:t>
            </a:r>
            <a:br>
              <a:rPr lang="en-IN" dirty="0"/>
            </a:br>
            <a:r>
              <a:rPr lang="en-IN" dirty="0"/>
              <a:t>Connects </a:t>
            </a:r>
            <a:r>
              <a:rPr lang="en-IN" b="1" dirty="0"/>
              <a:t>frontend, Spring Boot, PostgreSQL, AI services, and notification services</a:t>
            </a:r>
            <a:r>
              <a:rPr lang="en-IN" dirty="0"/>
              <a:t> into one system.</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999555" y="1082077"/>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6" name="TextBox 5">
            <a:extLst>
              <a:ext uri="{FF2B5EF4-FFF2-40B4-BE49-F238E27FC236}">
                <a16:creationId xmlns:a16="http://schemas.microsoft.com/office/drawing/2014/main" id="{0CA9ABCB-D488-0799-4FFF-92D3DBBD5EF8}"/>
              </a:ext>
            </a:extLst>
          </p:cNvPr>
          <p:cNvSpPr txBox="1"/>
          <p:nvPr/>
        </p:nvSpPr>
        <p:spPr>
          <a:xfrm>
            <a:off x="777717" y="1997702"/>
            <a:ext cx="10982164" cy="3432030"/>
          </a:xfrm>
          <a:prstGeom prst="rect">
            <a:avLst/>
          </a:prstGeom>
          <a:noFill/>
        </p:spPr>
        <p:txBody>
          <a:bodyPr wrap="square">
            <a:spAutoFit/>
          </a:bodyPr>
          <a:lstStyle/>
          <a:p>
            <a:r>
              <a:rPr lang="en-IN" b="1" dirty="0"/>
              <a:t>Technical Feasibility</a:t>
            </a:r>
          </a:p>
          <a:p>
            <a:endParaRPr lang="en-IN" b="1" dirty="0"/>
          </a:p>
          <a:p>
            <a:pPr lvl="0"/>
            <a:r>
              <a:rPr lang="en-IN" dirty="0"/>
              <a:t>1. AI Assistant can coordinate different safety services. </a:t>
            </a:r>
          </a:p>
          <a:p>
            <a:pPr lvl="0"/>
            <a:r>
              <a:rPr lang="en-IN" dirty="0"/>
              <a:t>2. SOA enables independent services to communicate through APIs. </a:t>
            </a:r>
          </a:p>
          <a:p>
            <a:pPr lvl="0"/>
            <a:r>
              <a:rPr lang="en-IN" dirty="0"/>
              <a:t>3. Spring Boot, FastAPI, REST APIs, PostgreSQL and Docker support development and integration.</a:t>
            </a:r>
          </a:p>
          <a:p>
            <a:pPr lvl="0"/>
            <a:r>
              <a:rPr lang="en-IN" dirty="0"/>
              <a:t> </a:t>
            </a:r>
          </a:p>
          <a:p>
            <a:r>
              <a:rPr lang="en-IN" b="1" dirty="0"/>
              <a:t>Operational Feasibility</a:t>
            </a:r>
          </a:p>
          <a:p>
            <a:endParaRPr lang="en-IN" b="1" dirty="0"/>
          </a:p>
          <a:p>
            <a:pPr lvl="0"/>
            <a:r>
              <a:rPr lang="en-IN" dirty="0"/>
              <a:t>1. Users can trigger SOS through the application or voice. </a:t>
            </a:r>
          </a:p>
          <a:p>
            <a:pPr lvl="0"/>
            <a:r>
              <a:rPr lang="en-IN" dirty="0"/>
              <a:t>2. AI Assistant can coordinate safety services based on the incident. </a:t>
            </a:r>
          </a:p>
          <a:p>
            <a:pPr lvl="0"/>
            <a:r>
              <a:rPr lang="en-IN" dirty="0"/>
              <a:t>3. The system provides risk information, location and emergency alerts.</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91612-8A8C-6437-F449-8E93DD1BFD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2ACF04-36E9-34C0-E242-B9DAECFAA47B}"/>
              </a:ext>
            </a:extLst>
          </p:cNvPr>
          <p:cNvSpPr txBox="1"/>
          <p:nvPr/>
        </p:nvSpPr>
        <p:spPr>
          <a:xfrm>
            <a:off x="2999555" y="45704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8E49C154-EF04-B366-2A3F-6DF3979325D3}"/>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6" name="TextBox 5">
            <a:extLst>
              <a:ext uri="{FF2B5EF4-FFF2-40B4-BE49-F238E27FC236}">
                <a16:creationId xmlns:a16="http://schemas.microsoft.com/office/drawing/2014/main" id="{1FE4B29F-15EF-FD18-959D-EECC79037F4D}"/>
              </a:ext>
            </a:extLst>
          </p:cNvPr>
          <p:cNvSpPr txBox="1"/>
          <p:nvPr/>
        </p:nvSpPr>
        <p:spPr>
          <a:xfrm>
            <a:off x="777717" y="1893529"/>
            <a:ext cx="10982164" cy="395942"/>
          </a:xfrm>
          <a:prstGeom prst="rect">
            <a:avLst/>
          </a:prstGeom>
          <a:noFill/>
        </p:spPr>
        <p:txBody>
          <a:bodyPr wrap="square">
            <a:spAutoFit/>
          </a:bodyPr>
          <a:lstStyle/>
          <a:p>
            <a:r>
              <a:rPr lang="en-IN" b="1" dirty="0"/>
              <a:t>Time Feasibility</a:t>
            </a:r>
          </a:p>
        </p:txBody>
      </p:sp>
      <p:graphicFrame>
        <p:nvGraphicFramePr>
          <p:cNvPr id="8" name="Diagram 7">
            <a:extLst>
              <a:ext uri="{FF2B5EF4-FFF2-40B4-BE49-F238E27FC236}">
                <a16:creationId xmlns:a16="http://schemas.microsoft.com/office/drawing/2014/main" id="{0AFC70EA-4B2E-A00C-2F40-EAA838D7B66B}"/>
              </a:ext>
            </a:extLst>
          </p:cNvPr>
          <p:cNvGraphicFramePr/>
          <p:nvPr>
            <p:extLst>
              <p:ext uri="{D42A27DB-BD31-4B8C-83A1-F6EECF244321}">
                <p14:modId xmlns:p14="http://schemas.microsoft.com/office/powerpoint/2010/main" val="1962659863"/>
              </p:ext>
            </p:extLst>
          </p:nvPr>
        </p:nvGraphicFramePr>
        <p:xfrm>
          <a:off x="-23147" y="1562582"/>
          <a:ext cx="12766874" cy="5826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1216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6E65-1005-6A82-CB40-52515040B48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9AFEA0-1A83-5DC7-EB1E-A868D51CCB2E}"/>
              </a:ext>
            </a:extLst>
          </p:cNvPr>
          <p:cNvSpPr txBox="1"/>
          <p:nvPr/>
        </p:nvSpPr>
        <p:spPr>
          <a:xfrm>
            <a:off x="2277236" y="262993"/>
            <a:ext cx="8405879" cy="646331"/>
          </a:xfrm>
          <a:prstGeom prst="rect">
            <a:avLst/>
          </a:prstGeom>
          <a:noFill/>
        </p:spPr>
        <p:txBody>
          <a:bodyPr wrap="square">
            <a:spAutoFit/>
          </a:bodyPr>
          <a:lstStyle/>
          <a:p>
            <a:pPr algn="ctr"/>
            <a:r>
              <a:rPr lang="en-US" sz="3600" b="1" dirty="0"/>
              <a:t>Base Paper</a:t>
            </a:r>
          </a:p>
        </p:txBody>
      </p:sp>
      <p:pic>
        <p:nvPicPr>
          <p:cNvPr id="3" name="Picture 2">
            <a:extLst>
              <a:ext uri="{FF2B5EF4-FFF2-40B4-BE49-F238E27FC236}">
                <a16:creationId xmlns:a16="http://schemas.microsoft.com/office/drawing/2014/main" id="{E642F615-1181-78DF-51DF-E5F7ED62425B}"/>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DD7EC858-D894-A409-8E15-C036E2740DFA}"/>
              </a:ext>
            </a:extLst>
          </p:cNvPr>
          <p:cNvPicPr>
            <a:picLocks noChangeAspect="1"/>
          </p:cNvPicPr>
          <p:nvPr/>
        </p:nvPicPr>
        <p:blipFill>
          <a:blip r:embed="rId3"/>
          <a:stretch>
            <a:fillRect/>
          </a:stretch>
        </p:blipFill>
        <p:spPr>
          <a:xfrm>
            <a:off x="1095016" y="1391976"/>
            <a:ext cx="11210572" cy="5657946"/>
          </a:xfrm>
          <a:prstGeom prst="rect">
            <a:avLst/>
          </a:prstGeom>
        </p:spPr>
      </p:pic>
    </p:spTree>
    <p:extLst>
      <p:ext uri="{BB962C8B-B14F-4D97-AF65-F5344CB8AC3E}">
        <p14:creationId xmlns:p14="http://schemas.microsoft.com/office/powerpoint/2010/main" val="3728711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95B4C-FB22-3A92-76D9-B8B4AF3559D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2BA9DF-143C-E04E-1164-95870434E2CF}"/>
              </a:ext>
            </a:extLst>
          </p:cNvPr>
          <p:cNvSpPr txBox="1"/>
          <p:nvPr/>
        </p:nvSpPr>
        <p:spPr>
          <a:xfrm>
            <a:off x="2277236" y="1098371"/>
            <a:ext cx="8405879" cy="646331"/>
          </a:xfrm>
          <a:prstGeom prst="rect">
            <a:avLst/>
          </a:prstGeom>
          <a:noFill/>
        </p:spPr>
        <p:txBody>
          <a:bodyPr wrap="square">
            <a:spAutoFit/>
          </a:bodyPr>
          <a:lstStyle/>
          <a:p>
            <a:pPr algn="ctr"/>
            <a:r>
              <a:rPr lang="en-US" sz="3600" b="1" dirty="0"/>
              <a:t>Base Paper Methodology - Rakshak</a:t>
            </a:r>
          </a:p>
        </p:txBody>
      </p:sp>
      <p:pic>
        <p:nvPicPr>
          <p:cNvPr id="3" name="Picture 2">
            <a:extLst>
              <a:ext uri="{FF2B5EF4-FFF2-40B4-BE49-F238E27FC236}">
                <a16:creationId xmlns:a16="http://schemas.microsoft.com/office/drawing/2014/main" id="{D4FA2015-2BFB-BB15-A18E-1701135ED91D}"/>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6BB9760A-2374-AE54-E40B-20980C64594D}"/>
              </a:ext>
            </a:extLst>
          </p:cNvPr>
          <p:cNvSpPr txBox="1"/>
          <p:nvPr/>
        </p:nvSpPr>
        <p:spPr>
          <a:xfrm>
            <a:off x="858737" y="2285689"/>
            <a:ext cx="11344552" cy="1003160"/>
          </a:xfrm>
          <a:prstGeom prst="rect">
            <a:avLst/>
          </a:prstGeom>
          <a:noFill/>
        </p:spPr>
        <p:txBody>
          <a:bodyPr wrap="square">
            <a:spAutoFit/>
          </a:bodyPr>
          <a:lstStyle/>
          <a:p>
            <a:r>
              <a:rPr lang="en-IN" dirty="0"/>
              <a:t>Rakshak uses different ways to detect an emergency, such as voice, eye-blink and tap inputs. When a danger is detected, the system activates SOS, gets the user's location and sends an alert to registered emergency contacts. It also supports emergency communication when internet connectivity is limited.</a:t>
            </a:r>
          </a:p>
        </p:txBody>
      </p:sp>
      <p:graphicFrame>
        <p:nvGraphicFramePr>
          <p:cNvPr id="2" name="Diagram 1">
            <a:extLst>
              <a:ext uri="{FF2B5EF4-FFF2-40B4-BE49-F238E27FC236}">
                <a16:creationId xmlns:a16="http://schemas.microsoft.com/office/drawing/2014/main" id="{82A82ACB-C309-D652-B1A3-241555788007}"/>
              </a:ext>
            </a:extLst>
          </p:cNvPr>
          <p:cNvGraphicFramePr/>
          <p:nvPr>
            <p:extLst>
              <p:ext uri="{D42A27DB-BD31-4B8C-83A1-F6EECF244321}">
                <p14:modId xmlns:p14="http://schemas.microsoft.com/office/powerpoint/2010/main" val="2358047396"/>
              </p:ext>
            </p:extLst>
          </p:nvPr>
        </p:nvGraphicFramePr>
        <p:xfrm>
          <a:off x="263525" y="1659467"/>
          <a:ext cx="12425186" cy="6422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7295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8752D-B5E9-3CA4-904D-14ADB5228F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D4C517-B892-F11A-86FE-54F06D848E61}"/>
              </a:ext>
            </a:extLst>
          </p:cNvPr>
          <p:cNvSpPr txBox="1"/>
          <p:nvPr/>
        </p:nvSpPr>
        <p:spPr>
          <a:xfrm>
            <a:off x="2277236" y="1098371"/>
            <a:ext cx="8405879" cy="646331"/>
          </a:xfrm>
          <a:prstGeom prst="rect">
            <a:avLst/>
          </a:prstGeom>
          <a:noFill/>
        </p:spPr>
        <p:txBody>
          <a:bodyPr wrap="square">
            <a:spAutoFit/>
          </a:bodyPr>
          <a:lstStyle/>
          <a:p>
            <a:pPr algn="ctr"/>
            <a:r>
              <a:rPr lang="en-US" sz="3600" b="1" dirty="0"/>
              <a:t>Project Design</a:t>
            </a:r>
          </a:p>
        </p:txBody>
      </p:sp>
      <p:pic>
        <p:nvPicPr>
          <p:cNvPr id="3" name="Picture 2">
            <a:extLst>
              <a:ext uri="{FF2B5EF4-FFF2-40B4-BE49-F238E27FC236}">
                <a16:creationId xmlns:a16="http://schemas.microsoft.com/office/drawing/2014/main" id="{269D84C3-2BCF-048A-817A-320DBBE8CE56}"/>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7" name="Picture 6">
            <a:extLst>
              <a:ext uri="{FF2B5EF4-FFF2-40B4-BE49-F238E27FC236}">
                <a16:creationId xmlns:a16="http://schemas.microsoft.com/office/drawing/2014/main" id="{6C3D8605-3121-A57B-B25F-243E846556A5}"/>
              </a:ext>
            </a:extLst>
          </p:cNvPr>
          <p:cNvPicPr>
            <a:picLocks noChangeAspect="1"/>
          </p:cNvPicPr>
          <p:nvPr/>
        </p:nvPicPr>
        <p:blipFill>
          <a:blip r:embed="rId3"/>
          <a:stretch>
            <a:fillRect/>
          </a:stretch>
        </p:blipFill>
        <p:spPr>
          <a:xfrm>
            <a:off x="2032003" y="2089700"/>
            <a:ext cx="9302045" cy="5082980"/>
          </a:xfrm>
          <a:prstGeom prst="rect">
            <a:avLst/>
          </a:prstGeom>
        </p:spPr>
      </p:pic>
    </p:spTree>
    <p:extLst>
      <p:ext uri="{BB962C8B-B14F-4D97-AF65-F5344CB8AC3E}">
        <p14:creationId xmlns:p14="http://schemas.microsoft.com/office/powerpoint/2010/main" val="1187702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56BA6-BF48-FCF7-B5F7-AE98777E49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6DEA276-2211-7D23-FD6B-B0404AF7CEE1}"/>
              </a:ext>
            </a:extLst>
          </p:cNvPr>
          <p:cNvSpPr txBox="1"/>
          <p:nvPr/>
        </p:nvSpPr>
        <p:spPr>
          <a:xfrm>
            <a:off x="2277236" y="1098371"/>
            <a:ext cx="8405879" cy="646331"/>
          </a:xfrm>
          <a:prstGeom prst="rect">
            <a:avLst/>
          </a:prstGeom>
          <a:noFill/>
        </p:spPr>
        <p:txBody>
          <a:bodyPr wrap="square">
            <a:spAutoFit/>
          </a:bodyPr>
          <a:lstStyle/>
          <a:p>
            <a:pPr algn="ctr"/>
            <a:r>
              <a:rPr lang="en-US" sz="3600" b="1" dirty="0"/>
              <a:t>Methodology Adopted from Rakshak</a:t>
            </a:r>
          </a:p>
        </p:txBody>
      </p:sp>
      <p:pic>
        <p:nvPicPr>
          <p:cNvPr id="3" name="Picture 2">
            <a:extLst>
              <a:ext uri="{FF2B5EF4-FFF2-40B4-BE49-F238E27FC236}">
                <a16:creationId xmlns:a16="http://schemas.microsoft.com/office/drawing/2014/main" id="{8E65502E-AE5D-AEED-5241-EF2A21FBFBD7}"/>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E94EF0EA-98FA-28BA-6FF6-C5235F6F6612}"/>
              </a:ext>
            </a:extLst>
          </p:cNvPr>
          <p:cNvSpPr txBox="1"/>
          <p:nvPr/>
        </p:nvSpPr>
        <p:spPr>
          <a:xfrm>
            <a:off x="858737" y="2285689"/>
            <a:ext cx="11344552" cy="1003160"/>
          </a:xfrm>
          <a:prstGeom prst="rect">
            <a:avLst/>
          </a:prstGeom>
          <a:noFill/>
        </p:spPr>
        <p:txBody>
          <a:bodyPr wrap="square">
            <a:spAutoFit/>
          </a:bodyPr>
          <a:lstStyle/>
          <a:p>
            <a:r>
              <a:rPr lang="en-IN" dirty="0"/>
              <a:t>We adopted the proactive emergency-response concept from the base paper. In our system, the user presses SOS once. The system gets the current location, performs AI-based threat assessment, retrieves the saved emergency contacts, and starts the emergency notification process.</a:t>
            </a:r>
          </a:p>
        </p:txBody>
      </p:sp>
      <p:graphicFrame>
        <p:nvGraphicFramePr>
          <p:cNvPr id="2" name="Diagram 1">
            <a:extLst>
              <a:ext uri="{FF2B5EF4-FFF2-40B4-BE49-F238E27FC236}">
                <a16:creationId xmlns:a16="http://schemas.microsoft.com/office/drawing/2014/main" id="{C0400F4F-932D-2D4F-0A38-1050AC10C83B}"/>
              </a:ext>
            </a:extLst>
          </p:cNvPr>
          <p:cNvGraphicFramePr/>
          <p:nvPr>
            <p:extLst>
              <p:ext uri="{D42A27DB-BD31-4B8C-83A1-F6EECF244321}">
                <p14:modId xmlns:p14="http://schemas.microsoft.com/office/powerpoint/2010/main" val="1029488244"/>
              </p:ext>
            </p:extLst>
          </p:nvPr>
        </p:nvGraphicFramePr>
        <p:xfrm>
          <a:off x="263525" y="1670755"/>
          <a:ext cx="12425186" cy="6422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7784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F5DB-29A2-9D20-EF16-080783EFA59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F3DF4E-498E-C033-D8C4-1B3A8EE03FB7}"/>
              </a:ext>
            </a:extLst>
          </p:cNvPr>
          <p:cNvSpPr txBox="1"/>
          <p:nvPr/>
        </p:nvSpPr>
        <p:spPr>
          <a:xfrm>
            <a:off x="2277236" y="1098371"/>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62FA7EBE-F617-D903-5B2A-12BBC0254DDE}"/>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7" name="Picture 6">
            <a:extLst>
              <a:ext uri="{FF2B5EF4-FFF2-40B4-BE49-F238E27FC236}">
                <a16:creationId xmlns:a16="http://schemas.microsoft.com/office/drawing/2014/main" id="{C83BD867-93A6-EBD3-F00D-EFBD6FFBC555}"/>
              </a:ext>
            </a:extLst>
          </p:cNvPr>
          <p:cNvPicPr>
            <a:picLocks noChangeAspect="1"/>
          </p:cNvPicPr>
          <p:nvPr/>
        </p:nvPicPr>
        <p:blipFill>
          <a:blip r:embed="rId3"/>
          <a:stretch>
            <a:fillRect/>
          </a:stretch>
        </p:blipFill>
        <p:spPr>
          <a:xfrm>
            <a:off x="1388532" y="1991539"/>
            <a:ext cx="10431639" cy="5196674"/>
          </a:xfrm>
          <a:prstGeom prst="rect">
            <a:avLst/>
          </a:prstGeom>
        </p:spPr>
      </p:pic>
    </p:spTree>
    <p:extLst>
      <p:ext uri="{BB962C8B-B14F-4D97-AF65-F5344CB8AC3E}">
        <p14:creationId xmlns:p14="http://schemas.microsoft.com/office/powerpoint/2010/main" val="3120016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574F8-D828-DB9D-0D39-142A656942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1980FC-1FCA-C1B4-E9D3-A8A44261345F}"/>
              </a:ext>
            </a:extLst>
          </p:cNvPr>
          <p:cNvSpPr txBox="1"/>
          <p:nvPr/>
        </p:nvSpPr>
        <p:spPr>
          <a:xfrm>
            <a:off x="2277236" y="1098371"/>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646E5D53-0CCD-7C8B-C38E-A4BDD00242E7}"/>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4" name="Picture 3">
            <a:extLst>
              <a:ext uri="{FF2B5EF4-FFF2-40B4-BE49-F238E27FC236}">
                <a16:creationId xmlns:a16="http://schemas.microsoft.com/office/drawing/2014/main" id="{FF508B39-0178-9258-E8A1-D8AC7784522A}"/>
              </a:ext>
            </a:extLst>
          </p:cNvPr>
          <p:cNvPicPr>
            <a:picLocks noChangeAspect="1"/>
          </p:cNvPicPr>
          <p:nvPr/>
        </p:nvPicPr>
        <p:blipFill>
          <a:blip r:embed="rId3"/>
          <a:stretch>
            <a:fillRect/>
          </a:stretch>
        </p:blipFill>
        <p:spPr>
          <a:xfrm>
            <a:off x="1162754" y="2149324"/>
            <a:ext cx="10149417" cy="5008528"/>
          </a:xfrm>
          <a:prstGeom prst="rect">
            <a:avLst/>
          </a:prstGeom>
        </p:spPr>
      </p:pic>
    </p:spTree>
    <p:extLst>
      <p:ext uri="{BB962C8B-B14F-4D97-AF65-F5344CB8AC3E}">
        <p14:creationId xmlns:p14="http://schemas.microsoft.com/office/powerpoint/2010/main" val="630699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76BFD-0C38-BF0C-B92A-B9ECBDB920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0D5B72-80A8-CDC6-E996-1A8622AC7BA7}"/>
              </a:ext>
            </a:extLst>
          </p:cNvPr>
          <p:cNvSpPr txBox="1"/>
          <p:nvPr/>
        </p:nvSpPr>
        <p:spPr>
          <a:xfrm>
            <a:off x="2277236" y="1098371"/>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1FB8ECD4-D9B5-4B13-BF1C-006813024FF3}"/>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3BE8EEC9-095E-150C-A743-6A23721D6D89}"/>
              </a:ext>
            </a:extLst>
          </p:cNvPr>
          <p:cNvPicPr>
            <a:picLocks noChangeAspect="1"/>
          </p:cNvPicPr>
          <p:nvPr/>
        </p:nvPicPr>
        <p:blipFill>
          <a:blip r:embed="rId3"/>
          <a:stretch>
            <a:fillRect/>
          </a:stretch>
        </p:blipFill>
        <p:spPr>
          <a:xfrm>
            <a:off x="1051019" y="1744701"/>
            <a:ext cx="10983635" cy="5403009"/>
          </a:xfrm>
          <a:prstGeom prst="rect">
            <a:avLst/>
          </a:prstGeom>
        </p:spPr>
      </p:pic>
    </p:spTree>
    <p:extLst>
      <p:ext uri="{BB962C8B-B14F-4D97-AF65-F5344CB8AC3E}">
        <p14:creationId xmlns:p14="http://schemas.microsoft.com/office/powerpoint/2010/main" val="3777995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46A8C-9C1D-3AEE-021E-DC0DA4412C5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306227-ADF8-CBB6-16F4-8F81D96FF3C0}"/>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D138E0F3-37FC-A845-A360-6C599B479255}"/>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4" name="Picture 3">
            <a:extLst>
              <a:ext uri="{FF2B5EF4-FFF2-40B4-BE49-F238E27FC236}">
                <a16:creationId xmlns:a16="http://schemas.microsoft.com/office/drawing/2014/main" id="{5247410B-E478-B908-A31E-C9F1CA35458F}"/>
              </a:ext>
            </a:extLst>
          </p:cNvPr>
          <p:cNvPicPr>
            <a:picLocks noChangeAspect="1"/>
          </p:cNvPicPr>
          <p:nvPr/>
        </p:nvPicPr>
        <p:blipFill>
          <a:blip r:embed="rId3"/>
          <a:stretch>
            <a:fillRect/>
          </a:stretch>
        </p:blipFill>
        <p:spPr>
          <a:xfrm>
            <a:off x="1027287" y="1818288"/>
            <a:ext cx="10792883" cy="5359846"/>
          </a:xfrm>
          <a:prstGeom prst="rect">
            <a:avLst/>
          </a:prstGeom>
        </p:spPr>
      </p:pic>
    </p:spTree>
    <p:extLst>
      <p:ext uri="{BB962C8B-B14F-4D97-AF65-F5344CB8AC3E}">
        <p14:creationId xmlns:p14="http://schemas.microsoft.com/office/powerpoint/2010/main" val="3979395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EEE48-2F31-2CFB-85A9-4DA8099FFC3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20AFA1-5137-5401-8964-E8F817EBA1D6}"/>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230F74F6-6369-3E7A-60DB-2EE94571D953}"/>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AF797A40-9C38-3DE4-5E5A-062E77212024}"/>
              </a:ext>
            </a:extLst>
          </p:cNvPr>
          <p:cNvPicPr>
            <a:picLocks noChangeAspect="1"/>
          </p:cNvPicPr>
          <p:nvPr/>
        </p:nvPicPr>
        <p:blipFill>
          <a:blip r:embed="rId3"/>
          <a:stretch>
            <a:fillRect/>
          </a:stretch>
        </p:blipFill>
        <p:spPr>
          <a:xfrm>
            <a:off x="1306391" y="1831143"/>
            <a:ext cx="10683114" cy="5411217"/>
          </a:xfrm>
          <a:prstGeom prst="rect">
            <a:avLst/>
          </a:prstGeom>
        </p:spPr>
      </p:pic>
    </p:spTree>
    <p:extLst>
      <p:ext uri="{BB962C8B-B14F-4D97-AF65-F5344CB8AC3E}">
        <p14:creationId xmlns:p14="http://schemas.microsoft.com/office/powerpoint/2010/main" val="711844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ADE07-C5E3-AB4B-1476-362EDC7ED9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A3C4231-2DD5-1B0C-D122-B00E462C73D9}"/>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5C0C66A0-5A02-0616-8C3F-164407DA2E22}"/>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4" name="Picture 3">
            <a:extLst>
              <a:ext uri="{FF2B5EF4-FFF2-40B4-BE49-F238E27FC236}">
                <a16:creationId xmlns:a16="http://schemas.microsoft.com/office/drawing/2014/main" id="{DC52CAE6-E6EE-8EF9-CC63-960696C81429}"/>
              </a:ext>
            </a:extLst>
          </p:cNvPr>
          <p:cNvPicPr>
            <a:picLocks noChangeAspect="1"/>
          </p:cNvPicPr>
          <p:nvPr/>
        </p:nvPicPr>
        <p:blipFill>
          <a:blip r:embed="rId3"/>
          <a:stretch>
            <a:fillRect/>
          </a:stretch>
        </p:blipFill>
        <p:spPr>
          <a:xfrm>
            <a:off x="1149877" y="1634714"/>
            <a:ext cx="10997672" cy="5495968"/>
          </a:xfrm>
          <a:prstGeom prst="rect">
            <a:avLst/>
          </a:prstGeom>
        </p:spPr>
      </p:pic>
    </p:spTree>
    <p:extLst>
      <p:ext uri="{BB962C8B-B14F-4D97-AF65-F5344CB8AC3E}">
        <p14:creationId xmlns:p14="http://schemas.microsoft.com/office/powerpoint/2010/main" val="3428327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A9B28-CA56-1769-1639-D964C7818D5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3D917AB-5A3D-5F66-F0A6-DE653399B835}"/>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C85FFFF7-02FB-8110-7581-F13818402136}"/>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3297721D-09A6-E56D-586B-348D00F3FEE8}"/>
              </a:ext>
            </a:extLst>
          </p:cNvPr>
          <p:cNvPicPr>
            <a:picLocks noChangeAspect="1"/>
          </p:cNvPicPr>
          <p:nvPr/>
        </p:nvPicPr>
        <p:blipFill>
          <a:blip r:embed="rId3"/>
          <a:stretch>
            <a:fillRect/>
          </a:stretch>
        </p:blipFill>
        <p:spPr>
          <a:xfrm>
            <a:off x="1015997" y="1694286"/>
            <a:ext cx="11052528" cy="5476845"/>
          </a:xfrm>
          <a:prstGeom prst="rect">
            <a:avLst/>
          </a:prstGeom>
        </p:spPr>
      </p:pic>
    </p:spTree>
    <p:extLst>
      <p:ext uri="{BB962C8B-B14F-4D97-AF65-F5344CB8AC3E}">
        <p14:creationId xmlns:p14="http://schemas.microsoft.com/office/powerpoint/2010/main" val="2254327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TotalTime>
  <Words>1245</Words>
  <Application>Microsoft Office PowerPoint</Application>
  <PresentationFormat>Custom</PresentationFormat>
  <Paragraphs>142</Paragraphs>
  <Slides>20</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Vamsidhar K</cp:lastModifiedBy>
  <cp:revision>32</cp:revision>
  <dcterms:created xsi:type="dcterms:W3CDTF">2026-08-08T06:33:56Z</dcterms:created>
  <dcterms:modified xsi:type="dcterms:W3CDTF">2026-09-23T11:16:01Z</dcterms:modified>
</cp:coreProperties>
</file>