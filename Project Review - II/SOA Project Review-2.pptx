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23"/>
  </p:notesMasterIdLst>
  <p:sldIdLst>
    <p:sldId id="262" r:id="rId3"/>
    <p:sldId id="707" r:id="rId4"/>
    <p:sldId id="257" r:id="rId5"/>
    <p:sldId id="903" r:id="rId6"/>
    <p:sldId id="902" r:id="rId7"/>
    <p:sldId id="258" r:id="rId8"/>
    <p:sldId id="259" r:id="rId9"/>
    <p:sldId id="260" r:id="rId10"/>
    <p:sldId id="904" r:id="rId11"/>
    <p:sldId id="906" r:id="rId12"/>
    <p:sldId id="907" r:id="rId13"/>
    <p:sldId id="908" r:id="rId14"/>
    <p:sldId id="909" r:id="rId15"/>
    <p:sldId id="910" r:id="rId16"/>
    <p:sldId id="911" r:id="rId17"/>
    <p:sldId id="912" r:id="rId18"/>
    <p:sldId id="913" r:id="rId19"/>
    <p:sldId id="914" r:id="rId20"/>
    <p:sldId id="915" r:id="rId21"/>
    <p:sldId id="916" r:id="rId22"/>
  </p:sldIdLst>
  <p:sldSz cx="12960350" cy="7920038"/>
  <p:notesSz cx="6858000" cy="9144000"/>
  <p:defaultTextStyle>
    <a:defPPr>
      <a:defRPr lang="en-US"/>
    </a:defPPr>
    <a:lvl1pPr marL="0" algn="l" defTabSz="1002182" rtl="0" eaLnBrk="1" latinLnBrk="0" hangingPunct="1">
      <a:defRPr sz="1973" kern="1200">
        <a:solidFill>
          <a:schemeClr val="tx1"/>
        </a:solidFill>
        <a:latin typeface="+mn-lt"/>
        <a:ea typeface="+mn-ea"/>
        <a:cs typeface="+mn-cs"/>
      </a:defRPr>
    </a:lvl1pPr>
    <a:lvl2pPr marL="501091" algn="l" defTabSz="1002182" rtl="0" eaLnBrk="1" latinLnBrk="0" hangingPunct="1">
      <a:defRPr sz="1973" kern="1200">
        <a:solidFill>
          <a:schemeClr val="tx1"/>
        </a:solidFill>
        <a:latin typeface="+mn-lt"/>
        <a:ea typeface="+mn-ea"/>
        <a:cs typeface="+mn-cs"/>
      </a:defRPr>
    </a:lvl2pPr>
    <a:lvl3pPr marL="1002182" algn="l" defTabSz="1002182" rtl="0" eaLnBrk="1" latinLnBrk="0" hangingPunct="1">
      <a:defRPr sz="1973" kern="1200">
        <a:solidFill>
          <a:schemeClr val="tx1"/>
        </a:solidFill>
        <a:latin typeface="+mn-lt"/>
        <a:ea typeface="+mn-ea"/>
        <a:cs typeface="+mn-cs"/>
      </a:defRPr>
    </a:lvl3pPr>
    <a:lvl4pPr marL="1503274" algn="l" defTabSz="1002182" rtl="0" eaLnBrk="1" latinLnBrk="0" hangingPunct="1">
      <a:defRPr sz="1973" kern="1200">
        <a:solidFill>
          <a:schemeClr val="tx1"/>
        </a:solidFill>
        <a:latin typeface="+mn-lt"/>
        <a:ea typeface="+mn-ea"/>
        <a:cs typeface="+mn-cs"/>
      </a:defRPr>
    </a:lvl4pPr>
    <a:lvl5pPr marL="2004365" algn="l" defTabSz="1002182" rtl="0" eaLnBrk="1" latinLnBrk="0" hangingPunct="1">
      <a:defRPr sz="1973" kern="1200">
        <a:solidFill>
          <a:schemeClr val="tx1"/>
        </a:solidFill>
        <a:latin typeface="+mn-lt"/>
        <a:ea typeface="+mn-ea"/>
        <a:cs typeface="+mn-cs"/>
      </a:defRPr>
    </a:lvl5pPr>
    <a:lvl6pPr marL="2505456" algn="l" defTabSz="1002182" rtl="0" eaLnBrk="1" latinLnBrk="0" hangingPunct="1">
      <a:defRPr sz="1973" kern="1200">
        <a:solidFill>
          <a:schemeClr val="tx1"/>
        </a:solidFill>
        <a:latin typeface="+mn-lt"/>
        <a:ea typeface="+mn-ea"/>
        <a:cs typeface="+mn-cs"/>
      </a:defRPr>
    </a:lvl6pPr>
    <a:lvl7pPr marL="3006547" algn="l" defTabSz="1002182" rtl="0" eaLnBrk="1" latinLnBrk="0" hangingPunct="1">
      <a:defRPr sz="1973" kern="1200">
        <a:solidFill>
          <a:schemeClr val="tx1"/>
        </a:solidFill>
        <a:latin typeface="+mn-lt"/>
        <a:ea typeface="+mn-ea"/>
        <a:cs typeface="+mn-cs"/>
      </a:defRPr>
    </a:lvl7pPr>
    <a:lvl8pPr marL="3507638" algn="l" defTabSz="1002182" rtl="0" eaLnBrk="1" latinLnBrk="0" hangingPunct="1">
      <a:defRPr sz="1973" kern="1200">
        <a:solidFill>
          <a:schemeClr val="tx1"/>
        </a:solidFill>
        <a:latin typeface="+mn-lt"/>
        <a:ea typeface="+mn-ea"/>
        <a:cs typeface="+mn-cs"/>
      </a:defRPr>
    </a:lvl8pPr>
    <a:lvl9pPr marL="4008730" algn="l" defTabSz="1002182" rtl="0" eaLnBrk="1" latinLnBrk="0" hangingPunct="1">
      <a:defRPr sz="197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E33996-70CE-430B-8964-CC4A01729C05}" v="7" dt="2026-10-04T15:54:49.2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109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msidhar K" userId="19570bf066fbe3c7" providerId="LiveId" clId="{D4A98EA8-8BA2-4FF8-B302-BCFE4E2D0D50}"/>
    <pc:docChg chg="undo custSel modSld">
      <pc:chgData name="Vamsidhar K" userId="19570bf066fbe3c7" providerId="LiveId" clId="{D4A98EA8-8BA2-4FF8-B302-BCFE4E2D0D50}" dt="2026-10-04T15:59:13.863" v="558" actId="1037"/>
      <pc:docMkLst>
        <pc:docMk/>
      </pc:docMkLst>
      <pc:sldChg chg="modSp">
        <pc:chgData name="Vamsidhar K" userId="19570bf066fbe3c7" providerId="LiveId" clId="{D4A98EA8-8BA2-4FF8-B302-BCFE4E2D0D50}" dt="2026-10-04T15:51:57.713" v="0"/>
        <pc:sldMkLst>
          <pc:docMk/>
          <pc:sldMk cId="2065876014" sldId="258"/>
        </pc:sldMkLst>
        <pc:spChg chg="mod">
          <ac:chgData name="Vamsidhar K" userId="19570bf066fbe3c7" providerId="LiveId" clId="{D4A98EA8-8BA2-4FF8-B302-BCFE4E2D0D50}" dt="2026-10-04T15:51:57.713" v="0"/>
          <ac:spMkLst>
            <pc:docMk/>
            <pc:sldMk cId="2065876014" sldId="258"/>
            <ac:spMk id="4" creationId="{89C9E29D-303F-64DA-A1B8-0C49BB57BB7D}"/>
          </ac:spMkLst>
        </pc:spChg>
      </pc:sldChg>
      <pc:sldChg chg="modSp">
        <pc:chgData name="Vamsidhar K" userId="19570bf066fbe3c7" providerId="LiveId" clId="{D4A98EA8-8BA2-4FF8-B302-BCFE4E2D0D50}" dt="2026-10-04T15:52:10" v="1"/>
        <pc:sldMkLst>
          <pc:docMk/>
          <pc:sldMk cId="3524135319" sldId="259"/>
        </pc:sldMkLst>
        <pc:spChg chg="mod">
          <ac:chgData name="Vamsidhar K" userId="19570bf066fbe3c7" providerId="LiveId" clId="{D4A98EA8-8BA2-4FF8-B302-BCFE4E2D0D50}" dt="2026-10-04T15:52:10" v="1"/>
          <ac:spMkLst>
            <pc:docMk/>
            <pc:sldMk cId="3524135319" sldId="259"/>
            <ac:spMk id="4" creationId="{58459980-33B3-54D3-7810-419DD0D2261D}"/>
          </ac:spMkLst>
        </pc:spChg>
      </pc:sldChg>
      <pc:sldChg chg="modSp">
        <pc:chgData name="Vamsidhar K" userId="19570bf066fbe3c7" providerId="LiveId" clId="{D4A98EA8-8BA2-4FF8-B302-BCFE4E2D0D50}" dt="2026-10-04T15:52:31.403" v="2"/>
        <pc:sldMkLst>
          <pc:docMk/>
          <pc:sldMk cId="4118855268" sldId="260"/>
        </pc:sldMkLst>
        <pc:spChg chg="mod">
          <ac:chgData name="Vamsidhar K" userId="19570bf066fbe3c7" providerId="LiveId" clId="{D4A98EA8-8BA2-4FF8-B302-BCFE4E2D0D50}" dt="2026-10-04T15:52:31.403" v="2"/>
          <ac:spMkLst>
            <pc:docMk/>
            <pc:sldMk cId="4118855268" sldId="260"/>
            <ac:spMk id="6" creationId="{0CA9ABCB-D488-0799-4FFF-92D3DBBD5EF8}"/>
          </ac:spMkLst>
        </pc:spChg>
      </pc:sldChg>
      <pc:sldChg chg="modSp mod">
        <pc:chgData name="Vamsidhar K" userId="19570bf066fbe3c7" providerId="LiveId" clId="{D4A98EA8-8BA2-4FF8-B302-BCFE4E2D0D50}" dt="2026-10-04T15:54:22.932" v="84"/>
        <pc:sldMkLst>
          <pc:docMk/>
          <pc:sldMk cId="1551216410" sldId="904"/>
        </pc:sldMkLst>
        <pc:graphicFrameChg chg="mod modGraphic">
          <ac:chgData name="Vamsidhar K" userId="19570bf066fbe3c7" providerId="LiveId" clId="{D4A98EA8-8BA2-4FF8-B302-BCFE4E2D0D50}" dt="2026-10-04T15:54:22.932" v="84"/>
          <ac:graphicFrameMkLst>
            <pc:docMk/>
            <pc:sldMk cId="1551216410" sldId="904"/>
            <ac:graphicFrameMk id="8" creationId="{0AFC70EA-4B2E-A00C-2F40-EAA838D7B66B}"/>
          </ac:graphicFrameMkLst>
        </pc:graphicFrameChg>
      </pc:sldChg>
      <pc:sldChg chg="addSp delSp modSp mod">
        <pc:chgData name="Vamsidhar K" userId="19570bf066fbe3c7" providerId="LiveId" clId="{D4A98EA8-8BA2-4FF8-B302-BCFE4E2D0D50}" dt="2026-10-04T15:56:20.335" v="134" actId="1038"/>
        <pc:sldMkLst>
          <pc:docMk/>
          <pc:sldMk cId="1187702769" sldId="908"/>
        </pc:sldMkLst>
        <pc:picChg chg="add mod">
          <ac:chgData name="Vamsidhar K" userId="19570bf066fbe3c7" providerId="LiveId" clId="{D4A98EA8-8BA2-4FF8-B302-BCFE4E2D0D50}" dt="2026-10-04T15:56:20.335" v="134" actId="1038"/>
          <ac:picMkLst>
            <pc:docMk/>
            <pc:sldMk cId="1187702769" sldId="908"/>
            <ac:picMk id="4" creationId="{1176F95A-6895-592E-B814-BE4E8DDACC15}"/>
          </ac:picMkLst>
        </pc:picChg>
        <pc:picChg chg="del">
          <ac:chgData name="Vamsidhar K" userId="19570bf066fbe3c7" providerId="LiveId" clId="{D4A98EA8-8BA2-4FF8-B302-BCFE4E2D0D50}" dt="2026-10-04T15:56:10.926" v="87" actId="478"/>
          <ac:picMkLst>
            <pc:docMk/>
            <pc:sldMk cId="1187702769" sldId="908"/>
            <ac:picMk id="7" creationId="{6C3D8605-3121-A57B-B25F-243E846556A5}"/>
          </ac:picMkLst>
        </pc:picChg>
      </pc:sldChg>
      <pc:sldChg chg="delSp modSp mod">
        <pc:chgData name="Vamsidhar K" userId="19570bf066fbe3c7" providerId="LiveId" clId="{D4A98EA8-8BA2-4FF8-B302-BCFE4E2D0D50}" dt="2026-10-04T15:54:49.240" v="86"/>
        <pc:sldMkLst>
          <pc:docMk/>
          <pc:sldMk cId="2087784930" sldId="909"/>
        </pc:sldMkLst>
        <pc:spChg chg="mod">
          <ac:chgData name="Vamsidhar K" userId="19570bf066fbe3c7" providerId="LiveId" clId="{D4A98EA8-8BA2-4FF8-B302-BCFE4E2D0D50}" dt="2026-10-04T15:54:49.240" v="86"/>
          <ac:spMkLst>
            <pc:docMk/>
            <pc:sldMk cId="2087784930" sldId="909"/>
            <ac:spMk id="4" creationId="{E94EF0EA-98FA-28BA-6FF6-C5235F6F6612}"/>
          </ac:spMkLst>
        </pc:spChg>
        <pc:graphicFrameChg chg="del">
          <ac:chgData name="Vamsidhar K" userId="19570bf066fbe3c7" providerId="LiveId" clId="{D4A98EA8-8BA2-4FF8-B302-BCFE4E2D0D50}" dt="2026-10-04T15:54:47.446" v="85" actId="478"/>
          <ac:graphicFrameMkLst>
            <pc:docMk/>
            <pc:sldMk cId="2087784930" sldId="909"/>
            <ac:graphicFrameMk id="2" creationId="{C0400F4F-932D-2D4F-0A38-1050AC10C83B}"/>
          </ac:graphicFrameMkLst>
        </pc:graphicFrameChg>
      </pc:sldChg>
      <pc:sldChg chg="addSp delSp modSp mod">
        <pc:chgData name="Vamsidhar K" userId="19570bf066fbe3c7" providerId="LiveId" clId="{D4A98EA8-8BA2-4FF8-B302-BCFE4E2D0D50}" dt="2026-10-04T15:57:38.203" v="353" actId="1037"/>
        <pc:sldMkLst>
          <pc:docMk/>
          <pc:sldMk cId="3120016051" sldId="910"/>
        </pc:sldMkLst>
        <pc:spChg chg="mod">
          <ac:chgData name="Vamsidhar K" userId="19570bf066fbe3c7" providerId="LiveId" clId="{D4A98EA8-8BA2-4FF8-B302-BCFE4E2D0D50}" dt="2026-10-04T15:56:53.573" v="278" actId="1035"/>
          <ac:spMkLst>
            <pc:docMk/>
            <pc:sldMk cId="3120016051" sldId="910"/>
            <ac:spMk id="5" creationId="{9FF3DF4E-498E-C033-D8C4-1B3A8EE03FB7}"/>
          </ac:spMkLst>
        </pc:spChg>
        <pc:picChg chg="add del mod">
          <ac:chgData name="Vamsidhar K" userId="19570bf066fbe3c7" providerId="LiveId" clId="{D4A98EA8-8BA2-4FF8-B302-BCFE4E2D0D50}" dt="2026-10-04T15:57:29.622" v="325" actId="478"/>
          <ac:picMkLst>
            <pc:docMk/>
            <pc:sldMk cId="3120016051" sldId="910"/>
            <ac:picMk id="4" creationId="{764ED20C-42C1-9768-9BA0-ACA8DB5E6B64}"/>
          </ac:picMkLst>
        </pc:picChg>
        <pc:picChg chg="del">
          <ac:chgData name="Vamsidhar K" userId="19570bf066fbe3c7" providerId="LiveId" clId="{D4A98EA8-8BA2-4FF8-B302-BCFE4E2D0D50}" dt="2026-10-04T15:56:23.977" v="135" actId="478"/>
          <ac:picMkLst>
            <pc:docMk/>
            <pc:sldMk cId="3120016051" sldId="910"/>
            <ac:picMk id="7" creationId="{C83BD867-93A6-EBD3-F00D-EFBD6FFBC555}"/>
          </ac:picMkLst>
        </pc:picChg>
        <pc:picChg chg="add mod">
          <ac:chgData name="Vamsidhar K" userId="19570bf066fbe3c7" providerId="LiveId" clId="{D4A98EA8-8BA2-4FF8-B302-BCFE4E2D0D50}" dt="2026-10-04T15:57:38.203" v="353" actId="1037"/>
          <ac:picMkLst>
            <pc:docMk/>
            <pc:sldMk cId="3120016051" sldId="910"/>
            <ac:picMk id="8" creationId="{88955DC7-36F9-0C80-3C4D-47A90F8CB3CB}"/>
          </ac:picMkLst>
        </pc:picChg>
      </pc:sldChg>
      <pc:sldChg chg="addSp delSp modSp mod">
        <pc:chgData name="Vamsidhar K" userId="19570bf066fbe3c7" providerId="LiveId" clId="{D4A98EA8-8BA2-4FF8-B302-BCFE4E2D0D50}" dt="2026-10-04T15:57:55.559" v="399" actId="1037"/>
        <pc:sldMkLst>
          <pc:docMk/>
          <pc:sldMk cId="630699133" sldId="911"/>
        </pc:sldMkLst>
        <pc:picChg chg="del">
          <ac:chgData name="Vamsidhar K" userId="19570bf066fbe3c7" providerId="LiveId" clId="{D4A98EA8-8BA2-4FF8-B302-BCFE4E2D0D50}" dt="2026-10-04T15:57:48.019" v="354" actId="478"/>
          <ac:picMkLst>
            <pc:docMk/>
            <pc:sldMk cId="630699133" sldId="911"/>
            <ac:picMk id="4" creationId="{FF508B39-0178-9258-E8A1-D8AC7784522A}"/>
          </ac:picMkLst>
        </pc:picChg>
        <pc:picChg chg="add mod">
          <ac:chgData name="Vamsidhar K" userId="19570bf066fbe3c7" providerId="LiveId" clId="{D4A98EA8-8BA2-4FF8-B302-BCFE4E2D0D50}" dt="2026-10-04T15:57:55.559" v="399" actId="1037"/>
          <ac:picMkLst>
            <pc:docMk/>
            <pc:sldMk cId="630699133" sldId="911"/>
            <ac:picMk id="6" creationId="{22802FA8-EE15-C3A9-6D28-D16047E497D9}"/>
          </ac:picMkLst>
        </pc:picChg>
      </pc:sldChg>
      <pc:sldChg chg="addSp delSp modSp mod">
        <pc:chgData name="Vamsidhar K" userId="19570bf066fbe3c7" providerId="LiveId" clId="{D4A98EA8-8BA2-4FF8-B302-BCFE4E2D0D50}" dt="2026-10-04T15:58:14.822" v="450" actId="1035"/>
        <pc:sldMkLst>
          <pc:docMk/>
          <pc:sldMk cId="3777995177" sldId="912"/>
        </pc:sldMkLst>
        <pc:picChg chg="add mod">
          <ac:chgData name="Vamsidhar K" userId="19570bf066fbe3c7" providerId="LiveId" clId="{D4A98EA8-8BA2-4FF8-B302-BCFE4E2D0D50}" dt="2026-10-04T15:58:14.822" v="450" actId="1035"/>
          <ac:picMkLst>
            <pc:docMk/>
            <pc:sldMk cId="3777995177" sldId="912"/>
            <ac:picMk id="4" creationId="{A4C8E20E-0D88-A4C7-A975-44D874E85260}"/>
          </ac:picMkLst>
        </pc:picChg>
        <pc:picChg chg="del">
          <ac:chgData name="Vamsidhar K" userId="19570bf066fbe3c7" providerId="LiveId" clId="{D4A98EA8-8BA2-4FF8-B302-BCFE4E2D0D50}" dt="2026-10-04T15:58:01.956" v="400" actId="478"/>
          <ac:picMkLst>
            <pc:docMk/>
            <pc:sldMk cId="3777995177" sldId="912"/>
            <ac:picMk id="6" creationId="{3BE8EEC9-095E-150C-A743-6A23721D6D89}"/>
          </ac:picMkLst>
        </pc:picChg>
      </pc:sldChg>
      <pc:sldChg chg="addSp delSp modSp mod">
        <pc:chgData name="Vamsidhar K" userId="19570bf066fbe3c7" providerId="LiveId" clId="{D4A98EA8-8BA2-4FF8-B302-BCFE4E2D0D50}" dt="2026-10-04T15:58:31.110" v="477" actId="1037"/>
        <pc:sldMkLst>
          <pc:docMk/>
          <pc:sldMk cId="3979395267" sldId="913"/>
        </pc:sldMkLst>
        <pc:picChg chg="del">
          <ac:chgData name="Vamsidhar K" userId="19570bf066fbe3c7" providerId="LiveId" clId="{D4A98EA8-8BA2-4FF8-B302-BCFE4E2D0D50}" dt="2026-10-04T15:58:25.985" v="451" actId="478"/>
          <ac:picMkLst>
            <pc:docMk/>
            <pc:sldMk cId="3979395267" sldId="913"/>
            <ac:picMk id="4" creationId="{5247410B-E478-B908-A31E-C9F1CA35458F}"/>
          </ac:picMkLst>
        </pc:picChg>
        <pc:picChg chg="add mod">
          <ac:chgData name="Vamsidhar K" userId="19570bf066fbe3c7" providerId="LiveId" clId="{D4A98EA8-8BA2-4FF8-B302-BCFE4E2D0D50}" dt="2026-10-04T15:58:31.110" v="477" actId="1037"/>
          <ac:picMkLst>
            <pc:docMk/>
            <pc:sldMk cId="3979395267" sldId="913"/>
            <ac:picMk id="6" creationId="{5CBAF706-F718-C5F5-6E15-BDA69F90E1AC}"/>
          </ac:picMkLst>
        </pc:picChg>
      </pc:sldChg>
      <pc:sldChg chg="addSp delSp modSp mod">
        <pc:chgData name="Vamsidhar K" userId="19570bf066fbe3c7" providerId="LiveId" clId="{D4A98EA8-8BA2-4FF8-B302-BCFE4E2D0D50}" dt="2026-10-04T15:58:44.363" v="505" actId="1037"/>
        <pc:sldMkLst>
          <pc:docMk/>
          <pc:sldMk cId="711844725" sldId="914"/>
        </pc:sldMkLst>
        <pc:picChg chg="add mod">
          <ac:chgData name="Vamsidhar K" userId="19570bf066fbe3c7" providerId="LiveId" clId="{D4A98EA8-8BA2-4FF8-B302-BCFE4E2D0D50}" dt="2026-10-04T15:58:44.363" v="505" actId="1037"/>
          <ac:picMkLst>
            <pc:docMk/>
            <pc:sldMk cId="711844725" sldId="914"/>
            <ac:picMk id="4" creationId="{A52818BF-9952-ECF1-B6CA-39A1E2DEDCDE}"/>
          </ac:picMkLst>
        </pc:picChg>
        <pc:picChg chg="del">
          <ac:chgData name="Vamsidhar K" userId="19570bf066fbe3c7" providerId="LiveId" clId="{D4A98EA8-8BA2-4FF8-B302-BCFE4E2D0D50}" dt="2026-10-04T15:58:39.577" v="478" actId="478"/>
          <ac:picMkLst>
            <pc:docMk/>
            <pc:sldMk cId="711844725" sldId="914"/>
            <ac:picMk id="6" creationId="{AF797A40-9C38-3DE4-5E5A-062E77212024}"/>
          </ac:picMkLst>
        </pc:picChg>
      </pc:sldChg>
      <pc:sldChg chg="addSp delSp modSp mod">
        <pc:chgData name="Vamsidhar K" userId="19570bf066fbe3c7" providerId="LiveId" clId="{D4A98EA8-8BA2-4FF8-B302-BCFE4E2D0D50}" dt="2026-10-04T15:58:55.481" v="527" actId="1037"/>
        <pc:sldMkLst>
          <pc:docMk/>
          <pc:sldMk cId="3428327986" sldId="915"/>
        </pc:sldMkLst>
        <pc:picChg chg="del">
          <ac:chgData name="Vamsidhar K" userId="19570bf066fbe3c7" providerId="LiveId" clId="{D4A98EA8-8BA2-4FF8-B302-BCFE4E2D0D50}" dt="2026-10-04T15:58:47.394" v="506" actId="478"/>
          <ac:picMkLst>
            <pc:docMk/>
            <pc:sldMk cId="3428327986" sldId="915"/>
            <ac:picMk id="4" creationId="{DC52CAE6-E6EE-8EF9-CC63-960696C81429}"/>
          </ac:picMkLst>
        </pc:picChg>
        <pc:picChg chg="add mod">
          <ac:chgData name="Vamsidhar K" userId="19570bf066fbe3c7" providerId="LiveId" clId="{D4A98EA8-8BA2-4FF8-B302-BCFE4E2D0D50}" dt="2026-10-04T15:58:55.481" v="527" actId="1037"/>
          <ac:picMkLst>
            <pc:docMk/>
            <pc:sldMk cId="3428327986" sldId="915"/>
            <ac:picMk id="6" creationId="{83FC1852-FDEC-794A-48BE-4A5F569F59E9}"/>
          </ac:picMkLst>
        </pc:picChg>
      </pc:sldChg>
      <pc:sldChg chg="addSp delSp modSp mod">
        <pc:chgData name="Vamsidhar K" userId="19570bf066fbe3c7" providerId="LiveId" clId="{D4A98EA8-8BA2-4FF8-B302-BCFE4E2D0D50}" dt="2026-10-04T15:59:13.863" v="558" actId="1037"/>
        <pc:sldMkLst>
          <pc:docMk/>
          <pc:sldMk cId="2254327901" sldId="916"/>
        </pc:sldMkLst>
        <pc:picChg chg="add del">
          <ac:chgData name="Vamsidhar K" userId="19570bf066fbe3c7" providerId="LiveId" clId="{D4A98EA8-8BA2-4FF8-B302-BCFE4E2D0D50}" dt="2026-10-04T15:59:06.196" v="530" actId="478"/>
          <ac:picMkLst>
            <pc:docMk/>
            <pc:sldMk cId="2254327901" sldId="916"/>
            <ac:picMk id="4" creationId="{C12AADC6-4F5F-2CE6-7DA8-197712E659D5}"/>
          </ac:picMkLst>
        </pc:picChg>
        <pc:picChg chg="del">
          <ac:chgData name="Vamsidhar K" userId="19570bf066fbe3c7" providerId="LiveId" clId="{D4A98EA8-8BA2-4FF8-B302-BCFE4E2D0D50}" dt="2026-10-04T15:59:01.110" v="528" actId="478"/>
          <ac:picMkLst>
            <pc:docMk/>
            <pc:sldMk cId="2254327901" sldId="916"/>
            <ac:picMk id="6" creationId="{3297721D-09A6-E56D-586B-348D00F3FEE8}"/>
          </ac:picMkLst>
        </pc:picChg>
        <pc:picChg chg="add mod">
          <ac:chgData name="Vamsidhar K" userId="19570bf066fbe3c7" providerId="LiveId" clId="{D4A98EA8-8BA2-4FF8-B302-BCFE4E2D0D50}" dt="2026-10-04T15:59:13.863" v="558" actId="1037"/>
          <ac:picMkLst>
            <pc:docMk/>
            <pc:sldMk cId="2254327901" sldId="916"/>
            <ac:picMk id="8" creationId="{73D3102F-7BAC-3394-15A0-BBB1816AE7B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63C363-DCCE-4549-86DE-917B591548C3}" type="doc">
      <dgm:prSet loTypeId="urn:microsoft.com/office/officeart/2011/layout/CircleProcess" loCatId="process" qsTypeId="urn:microsoft.com/office/officeart/2005/8/quickstyle/simple1#1" qsCatId="simple" csTypeId="urn:microsoft.com/office/officeart/2005/8/colors/accent1_2#1" csCatId="accent1" phldr="1"/>
      <dgm:spPr/>
      <dgm:t>
        <a:bodyPr/>
        <a:lstStyle/>
        <a:p>
          <a:endParaRPr lang="en-IN"/>
        </a:p>
      </dgm:t>
    </dgm:pt>
    <dgm:pt modelId="{DAC0407D-27EA-4BF7-B0B4-2D8787A65861}">
      <dgm:prSet custT="1"/>
      <dgm:spPr/>
      <dgm:t>
        <a:bodyPr/>
        <a:lstStyle/>
        <a:p>
          <a:r>
            <a:rPr lang="en-IN" sz="1400" b="1" dirty="0"/>
            <a:t>1. Requirements &amp; Research</a:t>
          </a:r>
          <a:br>
            <a:rPr lang="en-IN" sz="1400" dirty="0"/>
          </a:br>
          <a:r>
            <a:rPr lang="en-IN" sz="1400" i="1" dirty="0"/>
            <a:t>Weeks 1–2</a:t>
          </a:r>
          <a:br>
            <a:rPr lang="en-IN" sz="1400" dirty="0"/>
          </a:br>
          <a:r>
            <a:rPr lang="en-IN" sz="1400" dirty="0"/>
            <a:t>Problem analysis, requirements and literature survey</a:t>
          </a:r>
        </a:p>
      </dgm:t>
    </dgm:pt>
    <dgm:pt modelId="{04DE8B08-0E42-45B8-9385-5602CD23E1E5}" type="parTrans" cxnId="{06820522-43B6-4B18-BB9F-EF4ADB19A0B5}">
      <dgm:prSet/>
      <dgm:spPr/>
      <dgm:t>
        <a:bodyPr/>
        <a:lstStyle/>
        <a:p>
          <a:endParaRPr lang="en-IN"/>
        </a:p>
      </dgm:t>
    </dgm:pt>
    <dgm:pt modelId="{7D9EF89A-179F-4CBE-AF39-6788D73C3E8E}" type="sibTrans" cxnId="{06820522-43B6-4B18-BB9F-EF4ADB19A0B5}">
      <dgm:prSet/>
      <dgm:spPr/>
      <dgm:t>
        <a:bodyPr/>
        <a:lstStyle/>
        <a:p>
          <a:endParaRPr lang="en-IN"/>
        </a:p>
      </dgm:t>
    </dgm:pt>
    <dgm:pt modelId="{CF4CC4C1-D089-489F-A1A1-D7782B07CEC7}">
      <dgm:prSet custT="1"/>
      <dgm:spPr/>
      <dgm:t>
        <a:bodyPr/>
        <a:lstStyle/>
        <a:p>
          <a:r>
            <a:rPr lang="en-IN" sz="1400" b="1" dirty="0"/>
            <a:t>2. Architecture &amp; Design</a:t>
          </a:r>
          <a:br>
            <a:rPr lang="en-IN" sz="1400" dirty="0"/>
          </a:br>
          <a:r>
            <a:rPr lang="en-IN" sz="1400" i="1" dirty="0"/>
            <a:t>Weeks 2–3</a:t>
          </a:r>
          <a:br>
            <a:rPr lang="en-IN" sz="1400" dirty="0"/>
          </a:br>
          <a:r>
            <a:rPr lang="en-IN" sz="1400" dirty="0"/>
            <a:t>Backend API and Authentication Design</a:t>
          </a:r>
        </a:p>
      </dgm:t>
    </dgm:pt>
    <dgm:pt modelId="{2AF289CA-0110-4AB2-9163-0D562BCABE86}" type="parTrans" cxnId="{DB6D02E7-8E11-42C5-9E95-96E72505A8A8}">
      <dgm:prSet/>
      <dgm:spPr/>
      <dgm:t>
        <a:bodyPr/>
        <a:lstStyle/>
        <a:p>
          <a:endParaRPr lang="en-IN"/>
        </a:p>
      </dgm:t>
    </dgm:pt>
    <dgm:pt modelId="{20127419-FA83-41EE-B623-3A09411718FD}" type="sibTrans" cxnId="{DB6D02E7-8E11-42C5-9E95-96E72505A8A8}">
      <dgm:prSet/>
      <dgm:spPr/>
      <dgm:t>
        <a:bodyPr/>
        <a:lstStyle/>
        <a:p>
          <a:endParaRPr lang="en-IN"/>
        </a:p>
      </dgm:t>
    </dgm:pt>
    <dgm:pt modelId="{10633C0C-222F-44D3-A889-BD05ED48A53B}">
      <dgm:prSet custT="1"/>
      <dgm:spPr/>
      <dgm:t>
        <a:bodyPr/>
        <a:lstStyle/>
        <a:p>
          <a:r>
            <a:rPr lang="en-IN" sz="1400" b="1" dirty="0"/>
            <a:t>3. Core Development</a:t>
          </a:r>
          <a:br>
            <a:rPr lang="en-IN" sz="1400" dirty="0"/>
          </a:br>
          <a:r>
            <a:rPr lang="en-IN" sz="1400" i="1" dirty="0"/>
            <a:t>Weeks 3–5</a:t>
          </a:r>
          <a:br>
            <a:rPr lang="en-IN" sz="1400" dirty="0"/>
          </a:br>
          <a:r>
            <a:rPr lang="en-IN" sz="1400" dirty="0"/>
            <a:t>Emergency-contact and SOS implementation</a:t>
          </a:r>
        </a:p>
      </dgm:t>
    </dgm:pt>
    <dgm:pt modelId="{3BF4DF99-3E1A-4D7A-84DE-148E8F33CD12}" type="parTrans" cxnId="{C1FE5BE5-FC5D-4D9F-B9C0-05C003FC8A95}">
      <dgm:prSet/>
      <dgm:spPr/>
      <dgm:t>
        <a:bodyPr/>
        <a:lstStyle/>
        <a:p>
          <a:endParaRPr lang="en-IN"/>
        </a:p>
      </dgm:t>
    </dgm:pt>
    <dgm:pt modelId="{AB5A6908-30CF-45D4-9317-3D39BA165F61}" type="sibTrans" cxnId="{C1FE5BE5-FC5D-4D9F-B9C0-05C003FC8A95}">
      <dgm:prSet/>
      <dgm:spPr/>
      <dgm:t>
        <a:bodyPr/>
        <a:lstStyle/>
        <a:p>
          <a:endParaRPr lang="en-IN"/>
        </a:p>
      </dgm:t>
    </dgm:pt>
    <dgm:pt modelId="{53EF235F-A5D6-43CE-ACD5-56AE799E1E03}">
      <dgm:prSet custT="1"/>
      <dgm:spPr/>
      <dgm:t>
        <a:bodyPr/>
        <a:lstStyle/>
        <a:p>
          <a:r>
            <a:rPr lang="en-IN" sz="1300" b="1" dirty="0"/>
            <a:t>4. Notification Delivery</a:t>
          </a:r>
          <a:br>
            <a:rPr lang="en-IN" sz="1300" dirty="0"/>
          </a:br>
          <a:r>
            <a:rPr lang="en-IN" sz="1300" i="1" dirty="0"/>
            <a:t>Weeks 5–7</a:t>
          </a:r>
          <a:br>
            <a:rPr lang="en-IN" sz="1300" dirty="0"/>
          </a:br>
          <a:r>
            <a:rPr lang="en-IN" sz="1300" dirty="0"/>
            <a:t>Notification worker and email integration</a:t>
          </a:r>
        </a:p>
      </dgm:t>
    </dgm:pt>
    <dgm:pt modelId="{2333D237-AC47-49CD-8A25-652361FC1001}" type="parTrans" cxnId="{20E3F0BB-D790-4A08-B40A-862E45E5DE27}">
      <dgm:prSet/>
      <dgm:spPr/>
      <dgm:t>
        <a:bodyPr/>
        <a:lstStyle/>
        <a:p>
          <a:endParaRPr lang="en-IN"/>
        </a:p>
      </dgm:t>
    </dgm:pt>
    <dgm:pt modelId="{135BAFBA-C14B-4B5A-99C1-B260719C1503}" type="sibTrans" cxnId="{20E3F0BB-D790-4A08-B40A-862E45E5DE27}">
      <dgm:prSet/>
      <dgm:spPr/>
      <dgm:t>
        <a:bodyPr/>
        <a:lstStyle/>
        <a:p>
          <a:endParaRPr lang="en-IN"/>
        </a:p>
      </dgm:t>
    </dgm:pt>
    <dgm:pt modelId="{D2ECC5AD-4E4D-4F0C-B248-74812A546BF1}">
      <dgm:prSet custT="1"/>
      <dgm:spPr/>
      <dgm:t>
        <a:bodyPr/>
        <a:lstStyle/>
        <a:p>
          <a:r>
            <a:rPr lang="en-IN" sz="1300" b="1" dirty="0"/>
            <a:t>6. Testing &amp; Deployment</a:t>
          </a:r>
          <a:br>
            <a:rPr lang="en-IN" sz="1300" dirty="0"/>
          </a:br>
          <a:r>
            <a:rPr lang="en-IN" sz="1300" i="1" dirty="0"/>
            <a:t>Weeks 10–12</a:t>
          </a:r>
          <a:br>
            <a:rPr lang="en-IN" sz="1300" dirty="0"/>
          </a:br>
          <a:r>
            <a:rPr lang="en-IN" sz="1300" dirty="0"/>
            <a:t>Testing, debugging, Docker deployment and final demonstration</a:t>
          </a:r>
        </a:p>
      </dgm:t>
    </dgm:pt>
    <dgm:pt modelId="{6F2CE6C9-7DBB-45AB-8287-D07F1490117E}" type="parTrans" cxnId="{37C5C25E-3DFA-4C2E-B0C8-B43DE28BC774}">
      <dgm:prSet/>
      <dgm:spPr/>
      <dgm:t>
        <a:bodyPr/>
        <a:lstStyle/>
        <a:p>
          <a:endParaRPr lang="en-IN"/>
        </a:p>
      </dgm:t>
    </dgm:pt>
    <dgm:pt modelId="{1CF1F4CF-DE9B-4E12-BB88-CD32D319D3D8}" type="sibTrans" cxnId="{37C5C25E-3DFA-4C2E-B0C8-B43DE28BC774}">
      <dgm:prSet/>
      <dgm:spPr/>
      <dgm:t>
        <a:bodyPr/>
        <a:lstStyle/>
        <a:p>
          <a:endParaRPr lang="en-IN"/>
        </a:p>
      </dgm:t>
    </dgm:pt>
    <dgm:pt modelId="{768B9DEF-E8EE-44AA-A5F9-4040CDCE8191}">
      <dgm:prSet custT="1"/>
      <dgm:spPr/>
      <dgm:t>
        <a:bodyPr/>
        <a:lstStyle/>
        <a:p>
          <a:r>
            <a:rPr lang="en-IN" sz="1400" b="1" dirty="0"/>
            <a:t>5. SOA Integration &amp; UI</a:t>
          </a:r>
          <a:br>
            <a:rPr lang="en-IN" sz="1400" dirty="0"/>
          </a:br>
          <a:r>
            <a:rPr lang="en-IN" sz="1400" i="1" dirty="0"/>
            <a:t>Weeks 7–10</a:t>
          </a:r>
          <a:br>
            <a:rPr lang="en-IN" sz="1400" dirty="0"/>
          </a:br>
          <a:r>
            <a:rPr lang="en-IN" sz="1400" dirty="0"/>
            <a:t>Frontend dashboard development</a:t>
          </a:r>
          <a:endParaRPr lang="en-IN" sz="1300" dirty="0"/>
        </a:p>
      </dgm:t>
    </dgm:pt>
    <dgm:pt modelId="{BF491DC7-856D-4820-B7D2-0CF5F58FC5B3}" type="parTrans" cxnId="{BCC67B70-024D-481A-ACAD-BF0476219A53}">
      <dgm:prSet/>
      <dgm:spPr/>
      <dgm:t>
        <a:bodyPr/>
        <a:lstStyle/>
        <a:p>
          <a:endParaRPr lang="en-IN"/>
        </a:p>
      </dgm:t>
    </dgm:pt>
    <dgm:pt modelId="{EB6440DA-F7DF-4B3E-87A9-730DAEF30880}" type="sibTrans" cxnId="{BCC67B70-024D-481A-ACAD-BF0476219A53}">
      <dgm:prSet/>
      <dgm:spPr/>
      <dgm:t>
        <a:bodyPr/>
        <a:lstStyle/>
        <a:p>
          <a:endParaRPr lang="en-IN"/>
        </a:p>
      </dgm:t>
    </dgm:pt>
    <dgm:pt modelId="{9DB8C70C-AD04-4C15-B17B-0042EBCCA154}" type="pres">
      <dgm:prSet presAssocID="{CC63C363-DCCE-4549-86DE-917B591548C3}" presName="Name0" presStyleCnt="0">
        <dgm:presLayoutVars>
          <dgm:chMax val="11"/>
          <dgm:chPref val="11"/>
          <dgm:dir/>
          <dgm:resizeHandles/>
        </dgm:presLayoutVars>
      </dgm:prSet>
      <dgm:spPr/>
    </dgm:pt>
    <dgm:pt modelId="{9E7700B6-AD8E-477A-9317-72B9D069832A}" type="pres">
      <dgm:prSet presAssocID="{D2ECC5AD-4E4D-4F0C-B248-74812A546BF1}" presName="Accent6" presStyleCnt="0"/>
      <dgm:spPr/>
    </dgm:pt>
    <dgm:pt modelId="{B27EFB48-75B7-4A29-A4FF-ADB12F685011}" type="pres">
      <dgm:prSet presAssocID="{D2ECC5AD-4E4D-4F0C-B248-74812A546BF1}" presName="Accent" presStyleLbl="node1" presStyleIdx="0" presStyleCnt="6"/>
      <dgm:spPr/>
    </dgm:pt>
    <dgm:pt modelId="{B6552B34-28FB-44A9-8299-40A89BAF7E82}" type="pres">
      <dgm:prSet presAssocID="{D2ECC5AD-4E4D-4F0C-B248-74812A546BF1}" presName="ParentBackground6" presStyleCnt="0"/>
      <dgm:spPr/>
    </dgm:pt>
    <dgm:pt modelId="{F0534E7B-E642-44A8-BACD-5CE01B9CE07D}" type="pres">
      <dgm:prSet presAssocID="{D2ECC5AD-4E4D-4F0C-B248-74812A546BF1}" presName="ParentBackground" presStyleLbl="fgAcc1" presStyleIdx="0" presStyleCnt="6"/>
      <dgm:spPr/>
    </dgm:pt>
    <dgm:pt modelId="{0D7DB6ED-5961-435C-84D1-F18C88AAEA01}" type="pres">
      <dgm:prSet presAssocID="{D2ECC5AD-4E4D-4F0C-B248-74812A546BF1}" presName="Parent6" presStyleLbl="revTx" presStyleIdx="0" presStyleCnt="0">
        <dgm:presLayoutVars>
          <dgm:chMax val="1"/>
          <dgm:chPref val="1"/>
          <dgm:bulletEnabled val="1"/>
        </dgm:presLayoutVars>
      </dgm:prSet>
      <dgm:spPr/>
    </dgm:pt>
    <dgm:pt modelId="{4CF71600-1840-4979-8BA1-47368717F7CE}" type="pres">
      <dgm:prSet presAssocID="{768B9DEF-E8EE-44AA-A5F9-4040CDCE8191}" presName="Accent5" presStyleCnt="0"/>
      <dgm:spPr/>
    </dgm:pt>
    <dgm:pt modelId="{AD8F445C-93AE-4FDA-B11B-D9D1F855B7D1}" type="pres">
      <dgm:prSet presAssocID="{768B9DEF-E8EE-44AA-A5F9-4040CDCE8191}" presName="Accent" presStyleLbl="node1" presStyleIdx="1" presStyleCnt="6"/>
      <dgm:spPr/>
    </dgm:pt>
    <dgm:pt modelId="{D2FD896D-1C2D-471B-B0E5-457A74C3DAE6}" type="pres">
      <dgm:prSet presAssocID="{768B9DEF-E8EE-44AA-A5F9-4040CDCE8191}" presName="ParentBackground5" presStyleCnt="0"/>
      <dgm:spPr/>
    </dgm:pt>
    <dgm:pt modelId="{2DB37260-D047-4A30-88D7-5DA72C24F0AB}" type="pres">
      <dgm:prSet presAssocID="{768B9DEF-E8EE-44AA-A5F9-4040CDCE8191}" presName="ParentBackground" presStyleLbl="fgAcc1" presStyleIdx="1" presStyleCnt="6"/>
      <dgm:spPr/>
    </dgm:pt>
    <dgm:pt modelId="{4452B49C-7BEE-4963-953C-7A4E7704A584}" type="pres">
      <dgm:prSet presAssocID="{768B9DEF-E8EE-44AA-A5F9-4040CDCE8191}" presName="Parent5" presStyleLbl="revTx" presStyleIdx="0" presStyleCnt="0">
        <dgm:presLayoutVars>
          <dgm:chMax val="1"/>
          <dgm:chPref val="1"/>
          <dgm:bulletEnabled val="1"/>
        </dgm:presLayoutVars>
      </dgm:prSet>
      <dgm:spPr/>
    </dgm:pt>
    <dgm:pt modelId="{5B62DE3B-682D-4258-AF90-8B0F95BAEB4D}" type="pres">
      <dgm:prSet presAssocID="{53EF235F-A5D6-43CE-ACD5-56AE799E1E03}" presName="Accent4" presStyleCnt="0"/>
      <dgm:spPr/>
    </dgm:pt>
    <dgm:pt modelId="{2F3D0E46-23EE-47A2-96A0-56A6AB1712EB}" type="pres">
      <dgm:prSet presAssocID="{53EF235F-A5D6-43CE-ACD5-56AE799E1E03}" presName="Accent" presStyleLbl="node1" presStyleIdx="2" presStyleCnt="6"/>
      <dgm:spPr/>
    </dgm:pt>
    <dgm:pt modelId="{A145722D-16E5-41BE-B546-E12B0A71F6CF}" type="pres">
      <dgm:prSet presAssocID="{53EF235F-A5D6-43CE-ACD5-56AE799E1E03}" presName="ParentBackground4" presStyleCnt="0"/>
      <dgm:spPr/>
    </dgm:pt>
    <dgm:pt modelId="{26F7BB27-6798-4514-AF4E-0F699046228E}" type="pres">
      <dgm:prSet presAssocID="{53EF235F-A5D6-43CE-ACD5-56AE799E1E03}" presName="ParentBackground" presStyleLbl="fgAcc1" presStyleIdx="2" presStyleCnt="6"/>
      <dgm:spPr/>
    </dgm:pt>
    <dgm:pt modelId="{B32CB1BB-0B3F-4F25-8C78-25C28EC0F55A}" type="pres">
      <dgm:prSet presAssocID="{53EF235F-A5D6-43CE-ACD5-56AE799E1E03}" presName="Parent4" presStyleLbl="revTx" presStyleIdx="0" presStyleCnt="0">
        <dgm:presLayoutVars>
          <dgm:chMax val="1"/>
          <dgm:chPref val="1"/>
          <dgm:bulletEnabled val="1"/>
        </dgm:presLayoutVars>
      </dgm:prSet>
      <dgm:spPr/>
    </dgm:pt>
    <dgm:pt modelId="{4CFA214C-0F0B-4BF6-9C3E-4921520AB82A}" type="pres">
      <dgm:prSet presAssocID="{10633C0C-222F-44D3-A889-BD05ED48A53B}" presName="Accent3" presStyleCnt="0"/>
      <dgm:spPr/>
    </dgm:pt>
    <dgm:pt modelId="{378A2A89-3BC1-406A-9145-9FCA0DD01186}" type="pres">
      <dgm:prSet presAssocID="{10633C0C-222F-44D3-A889-BD05ED48A53B}" presName="Accent" presStyleLbl="node1" presStyleIdx="3" presStyleCnt="6"/>
      <dgm:spPr/>
    </dgm:pt>
    <dgm:pt modelId="{5C8A109E-9383-40FB-9F55-EFA5209C01AC}" type="pres">
      <dgm:prSet presAssocID="{10633C0C-222F-44D3-A889-BD05ED48A53B}" presName="ParentBackground3" presStyleCnt="0"/>
      <dgm:spPr/>
    </dgm:pt>
    <dgm:pt modelId="{E6012308-3456-4621-BF23-DBB089FFA586}" type="pres">
      <dgm:prSet presAssocID="{10633C0C-222F-44D3-A889-BD05ED48A53B}" presName="ParentBackground" presStyleLbl="fgAcc1" presStyleIdx="3" presStyleCnt="6"/>
      <dgm:spPr/>
    </dgm:pt>
    <dgm:pt modelId="{F9115BE6-6A0C-4249-9E5A-7A8FA69FA3F5}" type="pres">
      <dgm:prSet presAssocID="{10633C0C-222F-44D3-A889-BD05ED48A53B}" presName="Parent3" presStyleLbl="revTx" presStyleIdx="0" presStyleCnt="0">
        <dgm:presLayoutVars>
          <dgm:chMax val="1"/>
          <dgm:chPref val="1"/>
          <dgm:bulletEnabled val="1"/>
        </dgm:presLayoutVars>
      </dgm:prSet>
      <dgm:spPr/>
    </dgm:pt>
    <dgm:pt modelId="{CD373B72-D178-4183-A478-2696A90276F7}" type="pres">
      <dgm:prSet presAssocID="{CF4CC4C1-D089-489F-A1A1-D7782B07CEC7}" presName="Accent2" presStyleCnt="0"/>
      <dgm:spPr/>
    </dgm:pt>
    <dgm:pt modelId="{7C1F2995-ADEE-4A08-BD23-8A126527E78E}" type="pres">
      <dgm:prSet presAssocID="{CF4CC4C1-D089-489F-A1A1-D7782B07CEC7}" presName="Accent" presStyleLbl="node1" presStyleIdx="4" presStyleCnt="6"/>
      <dgm:spPr/>
    </dgm:pt>
    <dgm:pt modelId="{FEFF0E83-47D8-4EB0-82D8-C9D9450FF9F2}" type="pres">
      <dgm:prSet presAssocID="{CF4CC4C1-D089-489F-A1A1-D7782B07CEC7}" presName="ParentBackground2" presStyleCnt="0"/>
      <dgm:spPr/>
    </dgm:pt>
    <dgm:pt modelId="{3A9CB254-2D08-4BD8-966C-F07958D8C46D}" type="pres">
      <dgm:prSet presAssocID="{CF4CC4C1-D089-489F-A1A1-D7782B07CEC7}" presName="ParentBackground" presStyleLbl="fgAcc1" presStyleIdx="4" presStyleCnt="6"/>
      <dgm:spPr/>
    </dgm:pt>
    <dgm:pt modelId="{396BE834-2399-4DCE-8FCC-F2DF165E0467}" type="pres">
      <dgm:prSet presAssocID="{CF4CC4C1-D089-489F-A1A1-D7782B07CEC7}" presName="Parent2" presStyleLbl="revTx" presStyleIdx="0" presStyleCnt="0">
        <dgm:presLayoutVars>
          <dgm:chMax val="1"/>
          <dgm:chPref val="1"/>
          <dgm:bulletEnabled val="1"/>
        </dgm:presLayoutVars>
      </dgm:prSet>
      <dgm:spPr/>
    </dgm:pt>
    <dgm:pt modelId="{54EAF988-DE42-4A80-B731-5B1E2FAF230C}" type="pres">
      <dgm:prSet presAssocID="{DAC0407D-27EA-4BF7-B0B4-2D8787A65861}" presName="Accent1" presStyleCnt="0"/>
      <dgm:spPr/>
    </dgm:pt>
    <dgm:pt modelId="{51C5A5E7-3A7B-41EE-BB43-E56E300132AC}" type="pres">
      <dgm:prSet presAssocID="{DAC0407D-27EA-4BF7-B0B4-2D8787A65861}" presName="Accent" presStyleLbl="node1" presStyleIdx="5" presStyleCnt="6"/>
      <dgm:spPr/>
    </dgm:pt>
    <dgm:pt modelId="{7BF70FD0-7691-4855-835D-82E77B586BD7}" type="pres">
      <dgm:prSet presAssocID="{DAC0407D-27EA-4BF7-B0B4-2D8787A65861}" presName="ParentBackground1" presStyleCnt="0"/>
      <dgm:spPr/>
    </dgm:pt>
    <dgm:pt modelId="{03C576D1-E14C-400F-9D97-2F31583A690B}" type="pres">
      <dgm:prSet presAssocID="{DAC0407D-27EA-4BF7-B0B4-2D8787A65861}" presName="ParentBackground" presStyleLbl="fgAcc1" presStyleIdx="5" presStyleCnt="6"/>
      <dgm:spPr/>
    </dgm:pt>
    <dgm:pt modelId="{147ED517-69E0-4E91-94AA-D1127D3666D1}" type="pres">
      <dgm:prSet presAssocID="{DAC0407D-27EA-4BF7-B0B4-2D8787A65861}" presName="Parent1" presStyleLbl="revTx" presStyleIdx="0" presStyleCnt="0">
        <dgm:presLayoutVars>
          <dgm:chMax val="1"/>
          <dgm:chPref val="1"/>
          <dgm:bulletEnabled val="1"/>
        </dgm:presLayoutVars>
      </dgm:prSet>
      <dgm:spPr/>
    </dgm:pt>
  </dgm:ptLst>
  <dgm:cxnLst>
    <dgm:cxn modelId="{4112E50A-01A2-4932-B1FF-C6248A449BB6}" type="presOf" srcId="{DAC0407D-27EA-4BF7-B0B4-2D8787A65861}" destId="{03C576D1-E14C-400F-9D97-2F31583A690B}" srcOrd="0" destOrd="0" presId="urn:microsoft.com/office/officeart/2011/layout/CircleProcess"/>
    <dgm:cxn modelId="{E70F781A-FBB2-426C-BA19-E045BAEC4945}" type="presOf" srcId="{53EF235F-A5D6-43CE-ACD5-56AE799E1E03}" destId="{26F7BB27-6798-4514-AF4E-0F699046228E}" srcOrd="0" destOrd="0" presId="urn:microsoft.com/office/officeart/2011/layout/CircleProcess"/>
    <dgm:cxn modelId="{19C4CD1D-ED3B-4421-A6A1-AFC541858BD3}" type="presOf" srcId="{53EF235F-A5D6-43CE-ACD5-56AE799E1E03}" destId="{B32CB1BB-0B3F-4F25-8C78-25C28EC0F55A}" srcOrd="1" destOrd="0" presId="urn:microsoft.com/office/officeart/2011/layout/CircleProcess"/>
    <dgm:cxn modelId="{06820522-43B6-4B18-BB9F-EF4ADB19A0B5}" srcId="{CC63C363-DCCE-4549-86DE-917B591548C3}" destId="{DAC0407D-27EA-4BF7-B0B4-2D8787A65861}" srcOrd="0" destOrd="0" parTransId="{04DE8B08-0E42-45B8-9385-5602CD23E1E5}" sibTransId="{7D9EF89A-179F-4CBE-AF39-6788D73C3E8E}"/>
    <dgm:cxn modelId="{4835F325-DD10-40E1-9D76-B7406C271AB9}" type="presOf" srcId="{10633C0C-222F-44D3-A889-BD05ED48A53B}" destId="{F9115BE6-6A0C-4249-9E5A-7A8FA69FA3F5}" srcOrd="1" destOrd="0" presId="urn:microsoft.com/office/officeart/2011/layout/CircleProcess"/>
    <dgm:cxn modelId="{52BF8C2A-E06C-42D6-BCF0-425BB0237352}" type="presOf" srcId="{10633C0C-222F-44D3-A889-BD05ED48A53B}" destId="{E6012308-3456-4621-BF23-DBB089FFA586}" srcOrd="0" destOrd="0" presId="urn:microsoft.com/office/officeart/2011/layout/CircleProcess"/>
    <dgm:cxn modelId="{6FB33134-A4D2-4222-BDE5-4C938ADB688C}" type="presOf" srcId="{DAC0407D-27EA-4BF7-B0B4-2D8787A65861}" destId="{147ED517-69E0-4E91-94AA-D1127D3666D1}" srcOrd="1" destOrd="0" presId="urn:microsoft.com/office/officeart/2011/layout/CircleProcess"/>
    <dgm:cxn modelId="{37C5C25E-3DFA-4C2E-B0C8-B43DE28BC774}" srcId="{CC63C363-DCCE-4549-86DE-917B591548C3}" destId="{D2ECC5AD-4E4D-4F0C-B248-74812A546BF1}" srcOrd="5" destOrd="0" parTransId="{6F2CE6C9-7DBB-45AB-8287-D07F1490117E}" sibTransId="{1CF1F4CF-DE9B-4E12-BB88-CD32D319D3D8}"/>
    <dgm:cxn modelId="{BCC67B70-024D-481A-ACAD-BF0476219A53}" srcId="{CC63C363-DCCE-4549-86DE-917B591548C3}" destId="{768B9DEF-E8EE-44AA-A5F9-4040CDCE8191}" srcOrd="4" destOrd="0" parTransId="{BF491DC7-856D-4820-B7D2-0CF5F58FC5B3}" sibTransId="{EB6440DA-F7DF-4B3E-87A9-730DAEF30880}"/>
    <dgm:cxn modelId="{908B747A-BA56-4D90-95B3-958FCC9C21CB}" type="presOf" srcId="{768B9DEF-E8EE-44AA-A5F9-4040CDCE8191}" destId="{4452B49C-7BEE-4963-953C-7A4E7704A584}" srcOrd="1" destOrd="0" presId="urn:microsoft.com/office/officeart/2011/layout/CircleProcess"/>
    <dgm:cxn modelId="{7A53108A-6386-4118-8BEF-59CB40566361}" type="presOf" srcId="{CF4CC4C1-D089-489F-A1A1-D7782B07CEC7}" destId="{3A9CB254-2D08-4BD8-966C-F07958D8C46D}" srcOrd="0" destOrd="0" presId="urn:microsoft.com/office/officeart/2011/layout/CircleProcess"/>
    <dgm:cxn modelId="{A891EA91-5552-4CF3-BBFD-5251846B1727}" type="presOf" srcId="{768B9DEF-E8EE-44AA-A5F9-4040CDCE8191}" destId="{2DB37260-D047-4A30-88D7-5DA72C24F0AB}" srcOrd="0" destOrd="0" presId="urn:microsoft.com/office/officeart/2011/layout/CircleProcess"/>
    <dgm:cxn modelId="{FED22392-DCAF-4249-A3A7-76627F7E4AFE}" type="presOf" srcId="{CF4CC4C1-D089-489F-A1A1-D7782B07CEC7}" destId="{396BE834-2399-4DCE-8FCC-F2DF165E0467}" srcOrd="1" destOrd="0" presId="urn:microsoft.com/office/officeart/2011/layout/CircleProcess"/>
    <dgm:cxn modelId="{20E3F0BB-D790-4A08-B40A-862E45E5DE27}" srcId="{CC63C363-DCCE-4549-86DE-917B591548C3}" destId="{53EF235F-A5D6-43CE-ACD5-56AE799E1E03}" srcOrd="3" destOrd="0" parTransId="{2333D237-AC47-49CD-8A25-652361FC1001}" sibTransId="{135BAFBA-C14B-4B5A-99C1-B260719C1503}"/>
    <dgm:cxn modelId="{9914FEBB-BEA8-4B1F-8FCF-FD009D107395}" type="presOf" srcId="{D2ECC5AD-4E4D-4F0C-B248-74812A546BF1}" destId="{F0534E7B-E642-44A8-BACD-5CE01B9CE07D}" srcOrd="0" destOrd="0" presId="urn:microsoft.com/office/officeart/2011/layout/CircleProcess"/>
    <dgm:cxn modelId="{C1FE5BE5-FC5D-4D9F-B9C0-05C003FC8A95}" srcId="{CC63C363-DCCE-4549-86DE-917B591548C3}" destId="{10633C0C-222F-44D3-A889-BD05ED48A53B}" srcOrd="2" destOrd="0" parTransId="{3BF4DF99-3E1A-4D7A-84DE-148E8F33CD12}" sibTransId="{AB5A6908-30CF-45D4-9317-3D39BA165F61}"/>
    <dgm:cxn modelId="{2C7F85E5-40D3-46DB-842F-0C8A4389E63D}" type="presOf" srcId="{D2ECC5AD-4E4D-4F0C-B248-74812A546BF1}" destId="{0D7DB6ED-5961-435C-84D1-F18C88AAEA01}" srcOrd="1" destOrd="0" presId="urn:microsoft.com/office/officeart/2011/layout/CircleProcess"/>
    <dgm:cxn modelId="{DB6D02E7-8E11-42C5-9E95-96E72505A8A8}" srcId="{CC63C363-DCCE-4549-86DE-917B591548C3}" destId="{CF4CC4C1-D089-489F-A1A1-D7782B07CEC7}" srcOrd="1" destOrd="0" parTransId="{2AF289CA-0110-4AB2-9163-0D562BCABE86}" sibTransId="{20127419-FA83-41EE-B623-3A09411718FD}"/>
    <dgm:cxn modelId="{921C4DED-DD8D-4A93-8F5B-FF63F8798F86}" type="presOf" srcId="{CC63C363-DCCE-4549-86DE-917B591548C3}" destId="{9DB8C70C-AD04-4C15-B17B-0042EBCCA154}" srcOrd="0" destOrd="0" presId="urn:microsoft.com/office/officeart/2011/layout/CircleProcess"/>
    <dgm:cxn modelId="{FA22B243-674E-4E9A-BE25-A289517E45AE}" type="presParOf" srcId="{9DB8C70C-AD04-4C15-B17B-0042EBCCA154}" destId="{9E7700B6-AD8E-477A-9317-72B9D069832A}" srcOrd="0" destOrd="0" presId="urn:microsoft.com/office/officeart/2011/layout/CircleProcess"/>
    <dgm:cxn modelId="{3C8F9475-75A9-445E-BFA0-D26CFF884161}" type="presParOf" srcId="{9E7700B6-AD8E-477A-9317-72B9D069832A}" destId="{B27EFB48-75B7-4A29-A4FF-ADB12F685011}" srcOrd="0" destOrd="0" presId="urn:microsoft.com/office/officeart/2011/layout/CircleProcess"/>
    <dgm:cxn modelId="{B8E1A3A2-64DA-45C1-86A4-ADAD7CCFAE1E}" type="presParOf" srcId="{9DB8C70C-AD04-4C15-B17B-0042EBCCA154}" destId="{B6552B34-28FB-44A9-8299-40A89BAF7E82}" srcOrd="1" destOrd="0" presId="urn:microsoft.com/office/officeart/2011/layout/CircleProcess"/>
    <dgm:cxn modelId="{68CBFCDD-DA71-4CFB-BDE9-1D420FBF8A7C}" type="presParOf" srcId="{B6552B34-28FB-44A9-8299-40A89BAF7E82}" destId="{F0534E7B-E642-44A8-BACD-5CE01B9CE07D}" srcOrd="0" destOrd="0" presId="urn:microsoft.com/office/officeart/2011/layout/CircleProcess"/>
    <dgm:cxn modelId="{BB6DDDF4-CA96-430B-B623-6B5686EFCF74}" type="presParOf" srcId="{9DB8C70C-AD04-4C15-B17B-0042EBCCA154}" destId="{0D7DB6ED-5961-435C-84D1-F18C88AAEA01}" srcOrd="2" destOrd="0" presId="urn:microsoft.com/office/officeart/2011/layout/CircleProcess"/>
    <dgm:cxn modelId="{0E6DFC06-8C6C-4BF8-83F6-401E303036B0}" type="presParOf" srcId="{9DB8C70C-AD04-4C15-B17B-0042EBCCA154}" destId="{4CF71600-1840-4979-8BA1-47368717F7CE}" srcOrd="3" destOrd="0" presId="urn:microsoft.com/office/officeart/2011/layout/CircleProcess"/>
    <dgm:cxn modelId="{A7315DD1-027A-41B5-95AC-967C58AC013E}" type="presParOf" srcId="{4CF71600-1840-4979-8BA1-47368717F7CE}" destId="{AD8F445C-93AE-4FDA-B11B-D9D1F855B7D1}" srcOrd="0" destOrd="0" presId="urn:microsoft.com/office/officeart/2011/layout/CircleProcess"/>
    <dgm:cxn modelId="{E6F83D5C-99F0-44B1-BC6F-8188E81DCE3C}" type="presParOf" srcId="{9DB8C70C-AD04-4C15-B17B-0042EBCCA154}" destId="{D2FD896D-1C2D-471B-B0E5-457A74C3DAE6}" srcOrd="4" destOrd="0" presId="urn:microsoft.com/office/officeart/2011/layout/CircleProcess"/>
    <dgm:cxn modelId="{91F15BE2-857C-43B4-BB61-BB594276A2DF}" type="presParOf" srcId="{D2FD896D-1C2D-471B-B0E5-457A74C3DAE6}" destId="{2DB37260-D047-4A30-88D7-5DA72C24F0AB}" srcOrd="0" destOrd="0" presId="urn:microsoft.com/office/officeart/2011/layout/CircleProcess"/>
    <dgm:cxn modelId="{8993F578-1E09-48E4-A36B-151DB8D90773}" type="presParOf" srcId="{9DB8C70C-AD04-4C15-B17B-0042EBCCA154}" destId="{4452B49C-7BEE-4963-953C-7A4E7704A584}" srcOrd="5" destOrd="0" presId="urn:microsoft.com/office/officeart/2011/layout/CircleProcess"/>
    <dgm:cxn modelId="{1460C3F4-A2F7-40A0-A5DF-888168BAF22B}" type="presParOf" srcId="{9DB8C70C-AD04-4C15-B17B-0042EBCCA154}" destId="{5B62DE3B-682D-4258-AF90-8B0F95BAEB4D}" srcOrd="6" destOrd="0" presId="urn:microsoft.com/office/officeart/2011/layout/CircleProcess"/>
    <dgm:cxn modelId="{600CBCAC-3CF5-4C70-B486-D27F2C8453CE}" type="presParOf" srcId="{5B62DE3B-682D-4258-AF90-8B0F95BAEB4D}" destId="{2F3D0E46-23EE-47A2-96A0-56A6AB1712EB}" srcOrd="0" destOrd="0" presId="urn:microsoft.com/office/officeart/2011/layout/CircleProcess"/>
    <dgm:cxn modelId="{1729982C-8486-4580-8AC6-338C2B6EBC48}" type="presParOf" srcId="{9DB8C70C-AD04-4C15-B17B-0042EBCCA154}" destId="{A145722D-16E5-41BE-B546-E12B0A71F6CF}" srcOrd="7" destOrd="0" presId="urn:microsoft.com/office/officeart/2011/layout/CircleProcess"/>
    <dgm:cxn modelId="{68BF05DD-92E7-4969-A8A4-E6D2FCFA3E4E}" type="presParOf" srcId="{A145722D-16E5-41BE-B546-E12B0A71F6CF}" destId="{26F7BB27-6798-4514-AF4E-0F699046228E}" srcOrd="0" destOrd="0" presId="urn:microsoft.com/office/officeart/2011/layout/CircleProcess"/>
    <dgm:cxn modelId="{DECBCDF7-F520-4487-8D72-5C73EE36557E}" type="presParOf" srcId="{9DB8C70C-AD04-4C15-B17B-0042EBCCA154}" destId="{B32CB1BB-0B3F-4F25-8C78-25C28EC0F55A}" srcOrd="8" destOrd="0" presId="urn:microsoft.com/office/officeart/2011/layout/CircleProcess"/>
    <dgm:cxn modelId="{6750F959-ABAD-4CEB-B9E3-D11DE0A185BC}" type="presParOf" srcId="{9DB8C70C-AD04-4C15-B17B-0042EBCCA154}" destId="{4CFA214C-0F0B-4BF6-9C3E-4921520AB82A}" srcOrd="9" destOrd="0" presId="urn:microsoft.com/office/officeart/2011/layout/CircleProcess"/>
    <dgm:cxn modelId="{686ABE36-D340-43E6-8F53-B60BD7258CC4}" type="presParOf" srcId="{4CFA214C-0F0B-4BF6-9C3E-4921520AB82A}" destId="{378A2A89-3BC1-406A-9145-9FCA0DD01186}" srcOrd="0" destOrd="0" presId="urn:microsoft.com/office/officeart/2011/layout/CircleProcess"/>
    <dgm:cxn modelId="{B0D3C848-D84F-4203-97B0-5FA5E3FD6578}" type="presParOf" srcId="{9DB8C70C-AD04-4C15-B17B-0042EBCCA154}" destId="{5C8A109E-9383-40FB-9F55-EFA5209C01AC}" srcOrd="10" destOrd="0" presId="urn:microsoft.com/office/officeart/2011/layout/CircleProcess"/>
    <dgm:cxn modelId="{2D37056F-9AA7-4066-B6A2-474E7B938DFB}" type="presParOf" srcId="{5C8A109E-9383-40FB-9F55-EFA5209C01AC}" destId="{E6012308-3456-4621-BF23-DBB089FFA586}" srcOrd="0" destOrd="0" presId="urn:microsoft.com/office/officeart/2011/layout/CircleProcess"/>
    <dgm:cxn modelId="{30C76DF8-B5D2-4AF5-B189-559113BD94B7}" type="presParOf" srcId="{9DB8C70C-AD04-4C15-B17B-0042EBCCA154}" destId="{F9115BE6-6A0C-4249-9E5A-7A8FA69FA3F5}" srcOrd="11" destOrd="0" presId="urn:microsoft.com/office/officeart/2011/layout/CircleProcess"/>
    <dgm:cxn modelId="{E4454808-A005-4CE9-9591-2C7D66441DAA}" type="presParOf" srcId="{9DB8C70C-AD04-4C15-B17B-0042EBCCA154}" destId="{CD373B72-D178-4183-A478-2696A90276F7}" srcOrd="12" destOrd="0" presId="urn:microsoft.com/office/officeart/2011/layout/CircleProcess"/>
    <dgm:cxn modelId="{54B69F34-4F2E-4EE6-BE93-CF1C65F86C34}" type="presParOf" srcId="{CD373B72-D178-4183-A478-2696A90276F7}" destId="{7C1F2995-ADEE-4A08-BD23-8A126527E78E}" srcOrd="0" destOrd="0" presId="urn:microsoft.com/office/officeart/2011/layout/CircleProcess"/>
    <dgm:cxn modelId="{700F6D3B-C2EA-45B1-A290-411552177002}" type="presParOf" srcId="{9DB8C70C-AD04-4C15-B17B-0042EBCCA154}" destId="{FEFF0E83-47D8-4EB0-82D8-C9D9450FF9F2}" srcOrd="13" destOrd="0" presId="urn:microsoft.com/office/officeart/2011/layout/CircleProcess"/>
    <dgm:cxn modelId="{0E82D3CB-7F51-40EF-960B-ADB5FF45F881}" type="presParOf" srcId="{FEFF0E83-47D8-4EB0-82D8-C9D9450FF9F2}" destId="{3A9CB254-2D08-4BD8-966C-F07958D8C46D}" srcOrd="0" destOrd="0" presId="urn:microsoft.com/office/officeart/2011/layout/CircleProcess"/>
    <dgm:cxn modelId="{7F36FB13-5596-4660-92B2-6C1A246F6276}" type="presParOf" srcId="{9DB8C70C-AD04-4C15-B17B-0042EBCCA154}" destId="{396BE834-2399-4DCE-8FCC-F2DF165E0467}" srcOrd="14" destOrd="0" presId="urn:microsoft.com/office/officeart/2011/layout/CircleProcess"/>
    <dgm:cxn modelId="{BCB979B3-26EA-4C73-B193-6420BAF297DE}" type="presParOf" srcId="{9DB8C70C-AD04-4C15-B17B-0042EBCCA154}" destId="{54EAF988-DE42-4A80-B731-5B1E2FAF230C}" srcOrd="15" destOrd="0" presId="urn:microsoft.com/office/officeart/2011/layout/CircleProcess"/>
    <dgm:cxn modelId="{3E291342-A0EE-4FFE-853D-CB0ECE937597}" type="presParOf" srcId="{54EAF988-DE42-4A80-B731-5B1E2FAF230C}" destId="{51C5A5E7-3A7B-41EE-BB43-E56E300132AC}" srcOrd="0" destOrd="0" presId="urn:microsoft.com/office/officeart/2011/layout/CircleProcess"/>
    <dgm:cxn modelId="{B44C36B2-F43B-41FA-B0B4-5F25383E8AA2}" type="presParOf" srcId="{9DB8C70C-AD04-4C15-B17B-0042EBCCA154}" destId="{7BF70FD0-7691-4855-835D-82E77B586BD7}" srcOrd="16" destOrd="0" presId="urn:microsoft.com/office/officeart/2011/layout/CircleProcess"/>
    <dgm:cxn modelId="{921A0C6C-E8AA-43AA-986D-ABBB744E4993}" type="presParOf" srcId="{7BF70FD0-7691-4855-835D-82E77B586BD7}" destId="{03C576D1-E14C-400F-9D97-2F31583A690B}" srcOrd="0" destOrd="0" presId="urn:microsoft.com/office/officeart/2011/layout/CircleProcess"/>
    <dgm:cxn modelId="{0D374C10-236A-4D45-849A-D57D683B196F}" type="presParOf" srcId="{9DB8C70C-AD04-4C15-B17B-0042EBCCA154}" destId="{147ED517-69E0-4E91-94AA-D1127D3666D1}"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76B14B-DFDD-4571-AE97-48234CE8D8D9}" type="doc">
      <dgm:prSet loTypeId="urn:microsoft.com/office/officeart/2005/8/layout/process1" loCatId="process" qsTypeId="urn:microsoft.com/office/officeart/2005/8/quickstyle/simple1#2" qsCatId="simple" csTypeId="urn:microsoft.com/office/officeart/2005/8/colors/accent1_2#2" csCatId="accent1" phldr="1"/>
      <dgm:spPr/>
      <dgm:t>
        <a:bodyPr/>
        <a:lstStyle/>
        <a:p>
          <a:endParaRPr lang="en-IN"/>
        </a:p>
      </dgm:t>
    </dgm:pt>
    <dgm:pt modelId="{AD3FFA3D-349C-424B-9960-7B8F1E5BC8FC}">
      <dgm:prSet phldrT="[Text]"/>
      <dgm:spPr/>
      <dgm:t>
        <a:bodyPr/>
        <a:lstStyle/>
        <a:p>
          <a:pPr>
            <a:buNone/>
          </a:pPr>
          <a:r>
            <a:rPr lang="en-IN" dirty="0"/>
            <a:t>Danger Situation</a:t>
          </a:r>
        </a:p>
      </dgm:t>
    </dgm:pt>
    <dgm:pt modelId="{C3DCEEBF-24EF-49E4-BBA3-24295008C8B4}" type="parTrans" cxnId="{D49402BA-AE98-4B8A-BBAB-4B48B51A0BCC}">
      <dgm:prSet/>
      <dgm:spPr/>
      <dgm:t>
        <a:bodyPr/>
        <a:lstStyle/>
        <a:p>
          <a:endParaRPr lang="en-IN"/>
        </a:p>
      </dgm:t>
    </dgm:pt>
    <dgm:pt modelId="{5A8BD910-9534-48FA-ABF4-987AAFAE0082}" type="sibTrans" cxnId="{D49402BA-AE98-4B8A-BBAB-4B48B51A0BCC}">
      <dgm:prSet/>
      <dgm:spPr/>
      <dgm:t>
        <a:bodyPr/>
        <a:lstStyle/>
        <a:p>
          <a:endParaRPr lang="en-IN"/>
        </a:p>
      </dgm:t>
    </dgm:pt>
    <dgm:pt modelId="{CC88E22B-1321-4F96-B327-D340D07BB2D0}">
      <dgm:prSet phldrT="[Text]"/>
      <dgm:spPr/>
      <dgm:t>
        <a:bodyPr/>
        <a:lstStyle/>
        <a:p>
          <a:pPr>
            <a:buNone/>
          </a:pPr>
          <a:r>
            <a:rPr lang="en-IN" dirty="0"/>
            <a:t>Trigger Detection</a:t>
          </a:r>
        </a:p>
      </dgm:t>
    </dgm:pt>
    <dgm:pt modelId="{F72BFB25-A6FF-453B-841D-F378C838FE5F}" type="parTrans" cxnId="{AFFB81D9-6666-4653-A721-02173B4B11F3}">
      <dgm:prSet/>
      <dgm:spPr/>
      <dgm:t>
        <a:bodyPr/>
        <a:lstStyle/>
        <a:p>
          <a:endParaRPr lang="en-IN"/>
        </a:p>
      </dgm:t>
    </dgm:pt>
    <dgm:pt modelId="{A76F5E92-B8E8-4FC8-B852-BB7F1D19D1EB}" type="sibTrans" cxnId="{AFFB81D9-6666-4653-A721-02173B4B11F3}">
      <dgm:prSet/>
      <dgm:spPr/>
      <dgm:t>
        <a:bodyPr/>
        <a:lstStyle/>
        <a:p>
          <a:endParaRPr lang="en-IN"/>
        </a:p>
      </dgm:t>
    </dgm:pt>
    <dgm:pt modelId="{B9884AB4-8CDF-47D7-811A-A60E8D1879B1}">
      <dgm:prSet phldrT="[Text]"/>
      <dgm:spPr/>
      <dgm:t>
        <a:bodyPr/>
        <a:lstStyle/>
        <a:p>
          <a:pPr>
            <a:buNone/>
          </a:pPr>
          <a:r>
            <a:rPr lang="en-IN" dirty="0"/>
            <a:t>Danger Detection</a:t>
          </a:r>
        </a:p>
      </dgm:t>
    </dgm:pt>
    <dgm:pt modelId="{64D0BB92-CE0A-4691-A6CE-6364B87984E5}" type="parTrans" cxnId="{6935EFFA-B7E2-4974-A209-AD0639F9819F}">
      <dgm:prSet/>
      <dgm:spPr/>
      <dgm:t>
        <a:bodyPr/>
        <a:lstStyle/>
        <a:p>
          <a:endParaRPr lang="en-IN"/>
        </a:p>
      </dgm:t>
    </dgm:pt>
    <dgm:pt modelId="{89C9CC1C-A26D-4189-89FD-C40A03A38A43}" type="sibTrans" cxnId="{6935EFFA-B7E2-4974-A209-AD0639F9819F}">
      <dgm:prSet/>
      <dgm:spPr/>
      <dgm:t>
        <a:bodyPr/>
        <a:lstStyle/>
        <a:p>
          <a:endParaRPr lang="en-IN"/>
        </a:p>
      </dgm:t>
    </dgm:pt>
    <dgm:pt modelId="{400E1332-F289-41C3-A798-DDD7A9D1E847}">
      <dgm:prSet phldrT="[Text]" phldr="0"/>
      <dgm:spPr/>
      <dgm:t>
        <a:bodyPr/>
        <a:lstStyle/>
        <a:p>
          <a:pPr>
            <a:buNone/>
          </a:pPr>
          <a:r>
            <a:rPr lang="en-IN" dirty="0"/>
            <a:t>SOS</a:t>
          </a:r>
        </a:p>
      </dgm:t>
    </dgm:pt>
    <dgm:pt modelId="{C7A067FA-6D91-4A48-82B5-AF984D734E87}" type="parTrans" cxnId="{3B881378-2964-4BCA-828D-45E93979A8A9}">
      <dgm:prSet/>
      <dgm:spPr/>
      <dgm:t>
        <a:bodyPr/>
        <a:lstStyle/>
        <a:p>
          <a:endParaRPr lang="en-IN"/>
        </a:p>
      </dgm:t>
    </dgm:pt>
    <dgm:pt modelId="{B2584D45-BEDE-4BC5-8B97-E6FB4B145E8E}" type="sibTrans" cxnId="{3B881378-2964-4BCA-828D-45E93979A8A9}">
      <dgm:prSet/>
      <dgm:spPr/>
      <dgm:t>
        <a:bodyPr/>
        <a:lstStyle/>
        <a:p>
          <a:endParaRPr lang="en-IN"/>
        </a:p>
      </dgm:t>
    </dgm:pt>
    <dgm:pt modelId="{59D96CC1-44C2-4E76-931F-6625FE562101}">
      <dgm:prSet phldrT="[Text]" phldr="0"/>
      <dgm:spPr/>
      <dgm:t>
        <a:bodyPr/>
        <a:lstStyle/>
        <a:p>
          <a:pPr>
            <a:buNone/>
          </a:pPr>
          <a:r>
            <a:rPr lang="en-IN" dirty="0"/>
            <a:t>Location</a:t>
          </a:r>
        </a:p>
      </dgm:t>
    </dgm:pt>
    <dgm:pt modelId="{ED36322A-888D-4753-A3FB-894657D00DAC}" type="parTrans" cxnId="{2115DC8A-4B8F-4FFA-9885-43B37E32A1CC}">
      <dgm:prSet/>
      <dgm:spPr/>
      <dgm:t>
        <a:bodyPr/>
        <a:lstStyle/>
        <a:p>
          <a:endParaRPr lang="en-IN"/>
        </a:p>
      </dgm:t>
    </dgm:pt>
    <dgm:pt modelId="{8FBE9A38-B549-48B2-B0AE-AC5521DDD0C8}" type="sibTrans" cxnId="{2115DC8A-4B8F-4FFA-9885-43B37E32A1CC}">
      <dgm:prSet/>
      <dgm:spPr/>
      <dgm:t>
        <a:bodyPr/>
        <a:lstStyle/>
        <a:p>
          <a:endParaRPr lang="en-IN"/>
        </a:p>
      </dgm:t>
    </dgm:pt>
    <dgm:pt modelId="{B90F93E7-71EA-482F-B162-F768ED8BE597}">
      <dgm:prSet phldrT="[Text]" phldr="0"/>
      <dgm:spPr/>
      <dgm:t>
        <a:bodyPr/>
        <a:lstStyle/>
        <a:p>
          <a:r>
            <a:rPr lang="en-IN" dirty="0"/>
            <a:t>Alert</a:t>
          </a:r>
        </a:p>
      </dgm:t>
    </dgm:pt>
    <dgm:pt modelId="{F8A0F396-8877-420F-A347-04DD30463FC5}" type="parTrans" cxnId="{997E7C7F-A411-4950-A4CB-3F7521D27840}">
      <dgm:prSet/>
      <dgm:spPr/>
      <dgm:t>
        <a:bodyPr/>
        <a:lstStyle/>
        <a:p>
          <a:endParaRPr lang="en-IN"/>
        </a:p>
      </dgm:t>
    </dgm:pt>
    <dgm:pt modelId="{CD0CA145-500B-4113-A603-FFA480E1ED3F}" type="sibTrans" cxnId="{997E7C7F-A411-4950-A4CB-3F7521D27840}">
      <dgm:prSet/>
      <dgm:spPr/>
      <dgm:t>
        <a:bodyPr/>
        <a:lstStyle/>
        <a:p>
          <a:endParaRPr lang="en-IN"/>
        </a:p>
      </dgm:t>
    </dgm:pt>
    <dgm:pt modelId="{2C5F6DDF-38F9-4991-8AFD-5F6448C92DAC}">
      <dgm:prSet phldrT="[Text]" phldr="0"/>
      <dgm:spPr/>
      <dgm:t>
        <a:bodyPr/>
        <a:lstStyle/>
        <a:p>
          <a:r>
            <a:rPr lang="en-IN" dirty="0"/>
            <a:t>Contacts</a:t>
          </a:r>
        </a:p>
      </dgm:t>
    </dgm:pt>
    <dgm:pt modelId="{77DA77B8-3E49-445A-8334-DF165582ADB7}" type="parTrans" cxnId="{131C277E-8295-4562-87D5-2F4FDA4A4B29}">
      <dgm:prSet/>
      <dgm:spPr/>
      <dgm:t>
        <a:bodyPr/>
        <a:lstStyle/>
        <a:p>
          <a:endParaRPr lang="en-IN"/>
        </a:p>
      </dgm:t>
    </dgm:pt>
    <dgm:pt modelId="{8400412C-CDD0-46F7-BF39-772D7B9BFBAD}" type="sibTrans" cxnId="{131C277E-8295-4562-87D5-2F4FDA4A4B29}">
      <dgm:prSet/>
      <dgm:spPr/>
      <dgm:t>
        <a:bodyPr/>
        <a:lstStyle/>
        <a:p>
          <a:endParaRPr lang="en-IN"/>
        </a:p>
      </dgm:t>
    </dgm:pt>
    <dgm:pt modelId="{A3108726-6F0C-4838-BD2A-4179E214D76C}" type="pres">
      <dgm:prSet presAssocID="{7076B14B-DFDD-4571-AE97-48234CE8D8D9}" presName="Name0" presStyleCnt="0">
        <dgm:presLayoutVars>
          <dgm:dir/>
          <dgm:resizeHandles val="exact"/>
        </dgm:presLayoutVars>
      </dgm:prSet>
      <dgm:spPr/>
    </dgm:pt>
    <dgm:pt modelId="{E198F1C4-9DF0-4BA6-84D6-B1E5E4447051}" type="pres">
      <dgm:prSet presAssocID="{AD3FFA3D-349C-424B-9960-7B8F1E5BC8FC}" presName="node" presStyleLbl="node1" presStyleIdx="0" presStyleCnt="7">
        <dgm:presLayoutVars>
          <dgm:bulletEnabled val="1"/>
        </dgm:presLayoutVars>
      </dgm:prSet>
      <dgm:spPr/>
    </dgm:pt>
    <dgm:pt modelId="{F4D9E60B-8A01-4DF5-8A9E-DE055765FC8D}" type="pres">
      <dgm:prSet presAssocID="{5A8BD910-9534-48FA-ABF4-987AAFAE0082}" presName="sibTrans" presStyleLbl="sibTrans2D1" presStyleIdx="0" presStyleCnt="6"/>
      <dgm:spPr/>
    </dgm:pt>
    <dgm:pt modelId="{1DB58356-AEE0-4940-83E2-641D3C3D25EF}" type="pres">
      <dgm:prSet presAssocID="{5A8BD910-9534-48FA-ABF4-987AAFAE0082}" presName="connectorText" presStyleLbl="sibTrans2D1" presStyleIdx="0" presStyleCnt="6"/>
      <dgm:spPr/>
    </dgm:pt>
    <dgm:pt modelId="{95D4BB80-1B85-4933-BFA0-A92F2FC2A3FF}" type="pres">
      <dgm:prSet presAssocID="{CC88E22B-1321-4F96-B327-D340D07BB2D0}" presName="node" presStyleLbl="node1" presStyleIdx="1" presStyleCnt="7">
        <dgm:presLayoutVars>
          <dgm:bulletEnabled val="1"/>
        </dgm:presLayoutVars>
      </dgm:prSet>
      <dgm:spPr/>
    </dgm:pt>
    <dgm:pt modelId="{61E49959-96F7-4B48-8411-9177D90BED1D}" type="pres">
      <dgm:prSet presAssocID="{A76F5E92-B8E8-4FC8-B852-BB7F1D19D1EB}" presName="sibTrans" presStyleLbl="sibTrans2D1" presStyleIdx="1" presStyleCnt="6"/>
      <dgm:spPr/>
    </dgm:pt>
    <dgm:pt modelId="{ED0A8E18-45B0-4E70-8160-B06DBB8269A0}" type="pres">
      <dgm:prSet presAssocID="{A76F5E92-B8E8-4FC8-B852-BB7F1D19D1EB}" presName="connectorText" presStyleLbl="sibTrans2D1" presStyleIdx="1" presStyleCnt="6"/>
      <dgm:spPr/>
    </dgm:pt>
    <dgm:pt modelId="{0C27C20E-F92D-4848-9AA0-63E1D4D13C06}" type="pres">
      <dgm:prSet presAssocID="{B9884AB4-8CDF-47D7-811A-A60E8D1879B1}" presName="node" presStyleLbl="node1" presStyleIdx="2" presStyleCnt="7">
        <dgm:presLayoutVars>
          <dgm:bulletEnabled val="1"/>
        </dgm:presLayoutVars>
      </dgm:prSet>
      <dgm:spPr/>
    </dgm:pt>
    <dgm:pt modelId="{0688C50D-1335-4906-9ECB-FD8CAB241802}" type="pres">
      <dgm:prSet presAssocID="{89C9CC1C-A26D-4189-89FD-C40A03A38A43}" presName="sibTrans" presStyleLbl="sibTrans2D1" presStyleIdx="2" presStyleCnt="6"/>
      <dgm:spPr/>
    </dgm:pt>
    <dgm:pt modelId="{FB16D372-6EFD-4238-9167-118123A999A4}" type="pres">
      <dgm:prSet presAssocID="{89C9CC1C-A26D-4189-89FD-C40A03A38A43}" presName="connectorText" presStyleLbl="sibTrans2D1" presStyleIdx="2" presStyleCnt="6"/>
      <dgm:spPr/>
    </dgm:pt>
    <dgm:pt modelId="{E1CDEFCF-5880-4A0A-A262-EA53452420CD}" type="pres">
      <dgm:prSet presAssocID="{400E1332-F289-41C3-A798-DDD7A9D1E847}" presName="node" presStyleLbl="node1" presStyleIdx="3" presStyleCnt="7">
        <dgm:presLayoutVars>
          <dgm:bulletEnabled val="1"/>
        </dgm:presLayoutVars>
      </dgm:prSet>
      <dgm:spPr/>
    </dgm:pt>
    <dgm:pt modelId="{950D59A6-3657-429C-84D9-5FDCFECBC3F2}" type="pres">
      <dgm:prSet presAssocID="{B2584D45-BEDE-4BC5-8B97-E6FB4B145E8E}" presName="sibTrans" presStyleLbl="sibTrans2D1" presStyleIdx="3" presStyleCnt="6"/>
      <dgm:spPr/>
    </dgm:pt>
    <dgm:pt modelId="{185FB09D-0BC3-4977-AB40-C1149579AED1}" type="pres">
      <dgm:prSet presAssocID="{B2584D45-BEDE-4BC5-8B97-E6FB4B145E8E}" presName="connectorText" presStyleLbl="sibTrans2D1" presStyleIdx="3" presStyleCnt="6"/>
      <dgm:spPr/>
    </dgm:pt>
    <dgm:pt modelId="{C0D34195-D0BC-4218-ADB9-76C48EC7BB88}" type="pres">
      <dgm:prSet presAssocID="{59D96CC1-44C2-4E76-931F-6625FE562101}" presName="node" presStyleLbl="node1" presStyleIdx="4" presStyleCnt="7">
        <dgm:presLayoutVars>
          <dgm:bulletEnabled val="1"/>
        </dgm:presLayoutVars>
      </dgm:prSet>
      <dgm:spPr/>
    </dgm:pt>
    <dgm:pt modelId="{5A41F7FE-7D03-404B-9542-094DA8D2B269}" type="pres">
      <dgm:prSet presAssocID="{8FBE9A38-B549-48B2-B0AE-AC5521DDD0C8}" presName="sibTrans" presStyleLbl="sibTrans2D1" presStyleIdx="4" presStyleCnt="6"/>
      <dgm:spPr/>
    </dgm:pt>
    <dgm:pt modelId="{CDE7F799-A9B3-4CF3-BA8C-F06D60172667}" type="pres">
      <dgm:prSet presAssocID="{8FBE9A38-B549-48B2-B0AE-AC5521DDD0C8}" presName="connectorText" presStyleLbl="sibTrans2D1" presStyleIdx="4" presStyleCnt="6"/>
      <dgm:spPr/>
    </dgm:pt>
    <dgm:pt modelId="{F5CE6B26-F82B-4691-8234-90D67DD0EB80}" type="pres">
      <dgm:prSet presAssocID="{B90F93E7-71EA-482F-B162-F768ED8BE597}" presName="node" presStyleLbl="node1" presStyleIdx="5" presStyleCnt="7">
        <dgm:presLayoutVars>
          <dgm:bulletEnabled val="1"/>
        </dgm:presLayoutVars>
      </dgm:prSet>
      <dgm:spPr/>
    </dgm:pt>
    <dgm:pt modelId="{2073F1CB-E66C-42D1-9AFA-AE5BEB9CAF84}" type="pres">
      <dgm:prSet presAssocID="{CD0CA145-500B-4113-A603-FFA480E1ED3F}" presName="sibTrans" presStyleLbl="sibTrans2D1" presStyleIdx="5" presStyleCnt="6"/>
      <dgm:spPr/>
    </dgm:pt>
    <dgm:pt modelId="{DCC3E347-0CC9-4CBD-A713-6DC9772E301B}" type="pres">
      <dgm:prSet presAssocID="{CD0CA145-500B-4113-A603-FFA480E1ED3F}" presName="connectorText" presStyleLbl="sibTrans2D1" presStyleIdx="5" presStyleCnt="6"/>
      <dgm:spPr/>
    </dgm:pt>
    <dgm:pt modelId="{02E3B24B-C5DC-4F1E-8B18-65496703AD52}" type="pres">
      <dgm:prSet presAssocID="{2C5F6DDF-38F9-4991-8AFD-5F6448C92DAC}" presName="node" presStyleLbl="node1" presStyleIdx="6" presStyleCnt="7">
        <dgm:presLayoutVars>
          <dgm:bulletEnabled val="1"/>
        </dgm:presLayoutVars>
      </dgm:prSet>
      <dgm:spPr/>
    </dgm:pt>
  </dgm:ptLst>
  <dgm:cxnLst>
    <dgm:cxn modelId="{6B6C6602-CF5B-45A4-8826-4E67F0FFCFC7}" type="presOf" srcId="{CD0CA145-500B-4113-A603-FFA480E1ED3F}" destId="{DCC3E347-0CC9-4CBD-A713-6DC9772E301B}" srcOrd="1" destOrd="0" presId="urn:microsoft.com/office/officeart/2005/8/layout/process1"/>
    <dgm:cxn modelId="{ECA7A908-039A-4449-8057-22031C795E87}" type="presOf" srcId="{89C9CC1C-A26D-4189-89FD-C40A03A38A43}" destId="{FB16D372-6EFD-4238-9167-118123A999A4}" srcOrd="1" destOrd="0" presId="urn:microsoft.com/office/officeart/2005/8/layout/process1"/>
    <dgm:cxn modelId="{A33C9509-5036-4DB4-8661-DE70D0696B3D}" type="presOf" srcId="{5A8BD910-9534-48FA-ABF4-987AAFAE0082}" destId="{F4D9E60B-8A01-4DF5-8A9E-DE055765FC8D}" srcOrd="0" destOrd="0" presId="urn:microsoft.com/office/officeart/2005/8/layout/process1"/>
    <dgm:cxn modelId="{C2C60F19-E0BD-42B4-A089-C053B8A78B44}" type="presOf" srcId="{8FBE9A38-B549-48B2-B0AE-AC5521DDD0C8}" destId="{CDE7F799-A9B3-4CF3-BA8C-F06D60172667}" srcOrd="1" destOrd="0" presId="urn:microsoft.com/office/officeart/2005/8/layout/process1"/>
    <dgm:cxn modelId="{0B21892F-B3C3-472C-8417-64FCCA797767}" type="presOf" srcId="{B9884AB4-8CDF-47D7-811A-A60E8D1879B1}" destId="{0C27C20E-F92D-4848-9AA0-63E1D4D13C06}" srcOrd="0" destOrd="0" presId="urn:microsoft.com/office/officeart/2005/8/layout/process1"/>
    <dgm:cxn modelId="{31A9B92F-C549-4BCB-8DA3-A5FE07992F92}" type="presOf" srcId="{CC88E22B-1321-4F96-B327-D340D07BB2D0}" destId="{95D4BB80-1B85-4933-BFA0-A92F2FC2A3FF}" srcOrd="0" destOrd="0" presId="urn:microsoft.com/office/officeart/2005/8/layout/process1"/>
    <dgm:cxn modelId="{299D8D36-561C-45CD-BF3C-E797EEBDD22D}" type="presOf" srcId="{2C5F6DDF-38F9-4991-8AFD-5F6448C92DAC}" destId="{02E3B24B-C5DC-4F1E-8B18-65496703AD52}" srcOrd="0" destOrd="0" presId="urn:microsoft.com/office/officeart/2005/8/layout/process1"/>
    <dgm:cxn modelId="{D3E65C38-AEAE-49EB-A465-C1A1718B8544}" type="presOf" srcId="{A76F5E92-B8E8-4FC8-B852-BB7F1D19D1EB}" destId="{61E49959-96F7-4B48-8411-9177D90BED1D}" srcOrd="0" destOrd="0" presId="urn:microsoft.com/office/officeart/2005/8/layout/process1"/>
    <dgm:cxn modelId="{36C75D68-28C7-4542-A17D-4D36AB0D10C1}" type="presOf" srcId="{B2584D45-BEDE-4BC5-8B97-E6FB4B145E8E}" destId="{950D59A6-3657-429C-84D9-5FDCFECBC3F2}" srcOrd="0" destOrd="0" presId="urn:microsoft.com/office/officeart/2005/8/layout/process1"/>
    <dgm:cxn modelId="{AC04FA69-0D97-4552-9C00-B6C9585FC6F4}" type="presOf" srcId="{8FBE9A38-B549-48B2-B0AE-AC5521DDD0C8}" destId="{5A41F7FE-7D03-404B-9542-094DA8D2B269}" srcOrd="0" destOrd="0" presId="urn:microsoft.com/office/officeart/2005/8/layout/process1"/>
    <dgm:cxn modelId="{8F1BD36F-0B4E-4A07-946C-B88EC59C2854}" type="presOf" srcId="{89C9CC1C-A26D-4189-89FD-C40A03A38A43}" destId="{0688C50D-1335-4906-9ECB-FD8CAB241802}" srcOrd="0" destOrd="0" presId="urn:microsoft.com/office/officeart/2005/8/layout/process1"/>
    <dgm:cxn modelId="{E6DC6F76-4D4B-4FEB-B3DE-EBF57E88B77C}" type="presOf" srcId="{A76F5E92-B8E8-4FC8-B852-BB7F1D19D1EB}" destId="{ED0A8E18-45B0-4E70-8160-B06DBB8269A0}" srcOrd="1" destOrd="0" presId="urn:microsoft.com/office/officeart/2005/8/layout/process1"/>
    <dgm:cxn modelId="{3B881378-2964-4BCA-828D-45E93979A8A9}" srcId="{7076B14B-DFDD-4571-AE97-48234CE8D8D9}" destId="{400E1332-F289-41C3-A798-DDD7A9D1E847}" srcOrd="3" destOrd="0" parTransId="{C7A067FA-6D91-4A48-82B5-AF984D734E87}" sibTransId="{B2584D45-BEDE-4BC5-8B97-E6FB4B145E8E}"/>
    <dgm:cxn modelId="{E8CCAD79-9DE4-4F4A-834E-792189CB6164}" type="presOf" srcId="{AD3FFA3D-349C-424B-9960-7B8F1E5BC8FC}" destId="{E198F1C4-9DF0-4BA6-84D6-B1E5E4447051}" srcOrd="0" destOrd="0" presId="urn:microsoft.com/office/officeart/2005/8/layout/process1"/>
    <dgm:cxn modelId="{4A2D587B-CD93-4027-8FCF-A07B540A9768}" type="presOf" srcId="{B90F93E7-71EA-482F-B162-F768ED8BE597}" destId="{F5CE6B26-F82B-4691-8234-90D67DD0EB80}" srcOrd="0" destOrd="0" presId="urn:microsoft.com/office/officeart/2005/8/layout/process1"/>
    <dgm:cxn modelId="{131C277E-8295-4562-87D5-2F4FDA4A4B29}" srcId="{7076B14B-DFDD-4571-AE97-48234CE8D8D9}" destId="{2C5F6DDF-38F9-4991-8AFD-5F6448C92DAC}" srcOrd="6" destOrd="0" parTransId="{77DA77B8-3E49-445A-8334-DF165582ADB7}" sibTransId="{8400412C-CDD0-46F7-BF39-772D7B9BFBAD}"/>
    <dgm:cxn modelId="{997E7C7F-A411-4950-A4CB-3F7521D27840}" srcId="{7076B14B-DFDD-4571-AE97-48234CE8D8D9}" destId="{B90F93E7-71EA-482F-B162-F768ED8BE597}" srcOrd="5" destOrd="0" parTransId="{F8A0F396-8877-420F-A347-04DD30463FC5}" sibTransId="{CD0CA145-500B-4113-A603-FFA480E1ED3F}"/>
    <dgm:cxn modelId="{2115DC8A-4B8F-4FFA-9885-43B37E32A1CC}" srcId="{7076B14B-DFDD-4571-AE97-48234CE8D8D9}" destId="{59D96CC1-44C2-4E76-931F-6625FE562101}" srcOrd="4" destOrd="0" parTransId="{ED36322A-888D-4753-A3FB-894657D00DAC}" sibTransId="{8FBE9A38-B549-48B2-B0AE-AC5521DDD0C8}"/>
    <dgm:cxn modelId="{6BF46F8F-F132-44EE-A999-33D2569CE945}" type="presOf" srcId="{59D96CC1-44C2-4E76-931F-6625FE562101}" destId="{C0D34195-D0BC-4218-ADB9-76C48EC7BB88}" srcOrd="0" destOrd="0" presId="urn:microsoft.com/office/officeart/2005/8/layout/process1"/>
    <dgm:cxn modelId="{7AF890A6-BF01-4C63-B510-DC9BA72A223A}" type="presOf" srcId="{B2584D45-BEDE-4BC5-8B97-E6FB4B145E8E}" destId="{185FB09D-0BC3-4977-AB40-C1149579AED1}" srcOrd="1" destOrd="0" presId="urn:microsoft.com/office/officeart/2005/8/layout/process1"/>
    <dgm:cxn modelId="{F95A1FB3-37C6-4EF9-AF40-784E502B4135}" type="presOf" srcId="{5A8BD910-9534-48FA-ABF4-987AAFAE0082}" destId="{1DB58356-AEE0-4940-83E2-641D3C3D25EF}" srcOrd="1" destOrd="0" presId="urn:microsoft.com/office/officeart/2005/8/layout/process1"/>
    <dgm:cxn modelId="{D49402BA-AE98-4B8A-BBAB-4B48B51A0BCC}" srcId="{7076B14B-DFDD-4571-AE97-48234CE8D8D9}" destId="{AD3FFA3D-349C-424B-9960-7B8F1E5BC8FC}" srcOrd="0" destOrd="0" parTransId="{C3DCEEBF-24EF-49E4-BBA3-24295008C8B4}" sibTransId="{5A8BD910-9534-48FA-ABF4-987AAFAE0082}"/>
    <dgm:cxn modelId="{E2335AD3-292A-4566-B7CB-59DC0AFE13E7}" type="presOf" srcId="{7076B14B-DFDD-4571-AE97-48234CE8D8D9}" destId="{A3108726-6F0C-4838-BD2A-4179E214D76C}" srcOrd="0" destOrd="0" presId="urn:microsoft.com/office/officeart/2005/8/layout/process1"/>
    <dgm:cxn modelId="{AFFB81D9-6666-4653-A721-02173B4B11F3}" srcId="{7076B14B-DFDD-4571-AE97-48234CE8D8D9}" destId="{CC88E22B-1321-4F96-B327-D340D07BB2D0}" srcOrd="1" destOrd="0" parTransId="{F72BFB25-A6FF-453B-841D-F378C838FE5F}" sibTransId="{A76F5E92-B8E8-4FC8-B852-BB7F1D19D1EB}"/>
    <dgm:cxn modelId="{390956E5-77A2-41FB-AA4B-CD4FF699B517}" type="presOf" srcId="{CD0CA145-500B-4113-A603-FFA480E1ED3F}" destId="{2073F1CB-E66C-42D1-9AFA-AE5BEB9CAF84}" srcOrd="0" destOrd="0" presId="urn:microsoft.com/office/officeart/2005/8/layout/process1"/>
    <dgm:cxn modelId="{6935EFFA-B7E2-4974-A209-AD0639F9819F}" srcId="{7076B14B-DFDD-4571-AE97-48234CE8D8D9}" destId="{B9884AB4-8CDF-47D7-811A-A60E8D1879B1}" srcOrd="2" destOrd="0" parTransId="{64D0BB92-CE0A-4691-A6CE-6364B87984E5}" sibTransId="{89C9CC1C-A26D-4189-89FD-C40A03A38A43}"/>
    <dgm:cxn modelId="{436630FC-52E8-46EF-9069-8E66FF1FB468}" type="presOf" srcId="{400E1332-F289-41C3-A798-DDD7A9D1E847}" destId="{E1CDEFCF-5880-4A0A-A262-EA53452420CD}" srcOrd="0" destOrd="0" presId="urn:microsoft.com/office/officeart/2005/8/layout/process1"/>
    <dgm:cxn modelId="{653FBF29-00C9-4DF0-B1C3-94BDD603875F}" type="presParOf" srcId="{A3108726-6F0C-4838-BD2A-4179E214D76C}" destId="{E198F1C4-9DF0-4BA6-84D6-B1E5E4447051}" srcOrd="0" destOrd="0" presId="urn:microsoft.com/office/officeart/2005/8/layout/process1"/>
    <dgm:cxn modelId="{E2F028EE-5D6D-464A-8D9E-8827B9BEEC68}" type="presParOf" srcId="{A3108726-6F0C-4838-BD2A-4179E214D76C}" destId="{F4D9E60B-8A01-4DF5-8A9E-DE055765FC8D}" srcOrd="1" destOrd="0" presId="urn:microsoft.com/office/officeart/2005/8/layout/process1"/>
    <dgm:cxn modelId="{F00E648F-07E6-4316-B6E2-D4363D3BD75D}" type="presParOf" srcId="{F4D9E60B-8A01-4DF5-8A9E-DE055765FC8D}" destId="{1DB58356-AEE0-4940-83E2-641D3C3D25EF}" srcOrd="0" destOrd="0" presId="urn:microsoft.com/office/officeart/2005/8/layout/process1"/>
    <dgm:cxn modelId="{DDD71233-4529-4112-BB1E-D832D1F6A637}" type="presParOf" srcId="{A3108726-6F0C-4838-BD2A-4179E214D76C}" destId="{95D4BB80-1B85-4933-BFA0-A92F2FC2A3FF}" srcOrd="2" destOrd="0" presId="urn:microsoft.com/office/officeart/2005/8/layout/process1"/>
    <dgm:cxn modelId="{775FC744-C02D-4868-A9EE-F075B675C6D3}" type="presParOf" srcId="{A3108726-6F0C-4838-BD2A-4179E214D76C}" destId="{61E49959-96F7-4B48-8411-9177D90BED1D}" srcOrd="3" destOrd="0" presId="urn:microsoft.com/office/officeart/2005/8/layout/process1"/>
    <dgm:cxn modelId="{28F44DDF-0B1E-4E33-8039-4CF29DE94D48}" type="presParOf" srcId="{61E49959-96F7-4B48-8411-9177D90BED1D}" destId="{ED0A8E18-45B0-4E70-8160-B06DBB8269A0}" srcOrd="0" destOrd="0" presId="urn:microsoft.com/office/officeart/2005/8/layout/process1"/>
    <dgm:cxn modelId="{5444CFFE-89DE-4F30-8FCA-D9BE40ED4D0C}" type="presParOf" srcId="{A3108726-6F0C-4838-BD2A-4179E214D76C}" destId="{0C27C20E-F92D-4848-9AA0-63E1D4D13C06}" srcOrd="4" destOrd="0" presId="urn:microsoft.com/office/officeart/2005/8/layout/process1"/>
    <dgm:cxn modelId="{BF8384A3-5C8D-42FA-B3E6-811DF699675C}" type="presParOf" srcId="{A3108726-6F0C-4838-BD2A-4179E214D76C}" destId="{0688C50D-1335-4906-9ECB-FD8CAB241802}" srcOrd="5" destOrd="0" presId="urn:microsoft.com/office/officeart/2005/8/layout/process1"/>
    <dgm:cxn modelId="{5DEAC386-2256-4488-947B-B9BD6D221C48}" type="presParOf" srcId="{0688C50D-1335-4906-9ECB-FD8CAB241802}" destId="{FB16D372-6EFD-4238-9167-118123A999A4}" srcOrd="0" destOrd="0" presId="urn:microsoft.com/office/officeart/2005/8/layout/process1"/>
    <dgm:cxn modelId="{FC96F5E4-07F5-4572-BA14-927F13C2BE86}" type="presParOf" srcId="{A3108726-6F0C-4838-BD2A-4179E214D76C}" destId="{E1CDEFCF-5880-4A0A-A262-EA53452420CD}" srcOrd="6" destOrd="0" presId="urn:microsoft.com/office/officeart/2005/8/layout/process1"/>
    <dgm:cxn modelId="{B5D422A0-FEF1-43AD-86B3-B99BF818CBEF}" type="presParOf" srcId="{A3108726-6F0C-4838-BD2A-4179E214D76C}" destId="{950D59A6-3657-429C-84D9-5FDCFECBC3F2}" srcOrd="7" destOrd="0" presId="urn:microsoft.com/office/officeart/2005/8/layout/process1"/>
    <dgm:cxn modelId="{100853C8-D3E7-48D2-A142-9BE4417396A7}" type="presParOf" srcId="{950D59A6-3657-429C-84D9-5FDCFECBC3F2}" destId="{185FB09D-0BC3-4977-AB40-C1149579AED1}" srcOrd="0" destOrd="0" presId="urn:microsoft.com/office/officeart/2005/8/layout/process1"/>
    <dgm:cxn modelId="{E1CE5063-0169-4FEE-87F6-5FDAB2F97012}" type="presParOf" srcId="{A3108726-6F0C-4838-BD2A-4179E214D76C}" destId="{C0D34195-D0BC-4218-ADB9-76C48EC7BB88}" srcOrd="8" destOrd="0" presId="urn:microsoft.com/office/officeart/2005/8/layout/process1"/>
    <dgm:cxn modelId="{45361F51-E54F-4275-81AF-87D3CD12AF4A}" type="presParOf" srcId="{A3108726-6F0C-4838-BD2A-4179E214D76C}" destId="{5A41F7FE-7D03-404B-9542-094DA8D2B269}" srcOrd="9" destOrd="0" presId="urn:microsoft.com/office/officeart/2005/8/layout/process1"/>
    <dgm:cxn modelId="{11270355-6E7A-4830-A4A2-2E5E01D17CD3}" type="presParOf" srcId="{5A41F7FE-7D03-404B-9542-094DA8D2B269}" destId="{CDE7F799-A9B3-4CF3-BA8C-F06D60172667}" srcOrd="0" destOrd="0" presId="urn:microsoft.com/office/officeart/2005/8/layout/process1"/>
    <dgm:cxn modelId="{05088595-6C0D-43A3-9B9F-5ECB5B3D6C1C}" type="presParOf" srcId="{A3108726-6F0C-4838-BD2A-4179E214D76C}" destId="{F5CE6B26-F82B-4691-8234-90D67DD0EB80}" srcOrd="10" destOrd="0" presId="urn:microsoft.com/office/officeart/2005/8/layout/process1"/>
    <dgm:cxn modelId="{237F64B4-187A-47F9-809C-5F1E6F1FD231}" type="presParOf" srcId="{A3108726-6F0C-4838-BD2A-4179E214D76C}" destId="{2073F1CB-E66C-42D1-9AFA-AE5BEB9CAF84}" srcOrd="11" destOrd="0" presId="urn:microsoft.com/office/officeart/2005/8/layout/process1"/>
    <dgm:cxn modelId="{9E145A22-564B-456C-868E-83CF12780EC6}" type="presParOf" srcId="{2073F1CB-E66C-42D1-9AFA-AE5BEB9CAF84}" destId="{DCC3E347-0CC9-4CBD-A713-6DC9772E301B}" srcOrd="0" destOrd="0" presId="urn:microsoft.com/office/officeart/2005/8/layout/process1"/>
    <dgm:cxn modelId="{AC0267D3-624E-4F18-91A5-8763045299A1}" type="presParOf" srcId="{A3108726-6F0C-4838-BD2A-4179E214D76C}" destId="{02E3B24B-C5DC-4F1E-8B18-65496703AD52}" srcOrd="1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EFB48-75B7-4A29-A4FF-ADB12F685011}">
      <dsp:nvSpPr>
        <dsp:cNvPr id="0" name=""/>
        <dsp:cNvSpPr/>
      </dsp:nvSpPr>
      <dsp:spPr>
        <a:xfrm>
          <a:off x="10692425" y="1928058"/>
          <a:ext cx="1971039" cy="197066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534E7B-E642-44A8-BACD-5CE01B9CE07D}">
      <dsp:nvSpPr>
        <dsp:cNvPr id="0" name=""/>
        <dsp:cNvSpPr/>
      </dsp:nvSpPr>
      <dsp:spPr>
        <a:xfrm>
          <a:off x="10758794"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IN" sz="1300" b="1" kern="1200" dirty="0"/>
            <a:t>6. Testing &amp; Deployment</a:t>
          </a:r>
          <a:br>
            <a:rPr lang="en-IN" sz="1300" kern="1200" dirty="0"/>
          </a:br>
          <a:r>
            <a:rPr lang="en-IN" sz="1300" i="1" kern="1200" dirty="0"/>
            <a:t>Weeks 10–12</a:t>
          </a:r>
          <a:br>
            <a:rPr lang="en-IN" sz="1300" kern="1200" dirty="0"/>
          </a:br>
          <a:r>
            <a:rPr lang="en-IN" sz="1300" kern="1200" dirty="0"/>
            <a:t>Testing, debugging, Docker deployment and final demonstration</a:t>
          </a:r>
        </a:p>
      </dsp:txBody>
      <dsp:txXfrm>
        <a:off x="11021767" y="2256560"/>
        <a:ext cx="1313609" cy="1313661"/>
      </dsp:txXfrm>
    </dsp:sp>
    <dsp:sp modelId="{AD8F445C-93AE-4FDA-B11B-D9D1F855B7D1}">
      <dsp:nvSpPr>
        <dsp:cNvPr id="0" name=""/>
        <dsp:cNvSpPr/>
      </dsp:nvSpPr>
      <dsp:spPr>
        <a:xfrm rot="2700000">
          <a:off x="8656407"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B37260-D047-4A30-88D7-5DA72C24F0AB}">
      <dsp:nvSpPr>
        <dsp:cNvPr id="0" name=""/>
        <dsp:cNvSpPr/>
      </dsp:nvSpPr>
      <dsp:spPr>
        <a:xfrm>
          <a:off x="8722638"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5. SOA Integration &amp; UI</a:t>
          </a:r>
          <a:br>
            <a:rPr lang="en-IN" sz="1400" kern="1200" dirty="0"/>
          </a:br>
          <a:r>
            <a:rPr lang="en-IN" sz="1400" i="1" kern="1200" dirty="0"/>
            <a:t>Weeks 7–10</a:t>
          </a:r>
          <a:br>
            <a:rPr lang="en-IN" sz="1400" kern="1200" dirty="0"/>
          </a:br>
          <a:r>
            <a:rPr lang="en-IN" sz="1400" kern="1200" dirty="0"/>
            <a:t>Frontend dashboard development</a:t>
          </a:r>
          <a:endParaRPr lang="en-IN" sz="1300" kern="1200" dirty="0"/>
        </a:p>
      </dsp:txBody>
      <dsp:txXfrm>
        <a:off x="8985610" y="2256560"/>
        <a:ext cx="1313609" cy="1313661"/>
      </dsp:txXfrm>
    </dsp:sp>
    <dsp:sp modelId="{2F3D0E46-23EE-47A2-96A0-56A6AB1712EB}">
      <dsp:nvSpPr>
        <dsp:cNvPr id="0" name=""/>
        <dsp:cNvSpPr/>
      </dsp:nvSpPr>
      <dsp:spPr>
        <a:xfrm rot="2700000">
          <a:off x="6620250"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F7BB27-6798-4514-AF4E-0F699046228E}">
      <dsp:nvSpPr>
        <dsp:cNvPr id="0" name=""/>
        <dsp:cNvSpPr/>
      </dsp:nvSpPr>
      <dsp:spPr>
        <a:xfrm>
          <a:off x="6686481"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IN" sz="1300" b="1" kern="1200" dirty="0"/>
            <a:t>4. Notification Delivery</a:t>
          </a:r>
          <a:br>
            <a:rPr lang="en-IN" sz="1300" kern="1200" dirty="0"/>
          </a:br>
          <a:r>
            <a:rPr lang="en-IN" sz="1300" i="1" kern="1200" dirty="0"/>
            <a:t>Weeks 5–7</a:t>
          </a:r>
          <a:br>
            <a:rPr lang="en-IN" sz="1300" kern="1200" dirty="0"/>
          </a:br>
          <a:r>
            <a:rPr lang="en-IN" sz="1300" kern="1200" dirty="0"/>
            <a:t>Notification worker and email integration</a:t>
          </a:r>
        </a:p>
      </dsp:txBody>
      <dsp:txXfrm>
        <a:off x="6949453" y="2256560"/>
        <a:ext cx="1313609" cy="1313661"/>
      </dsp:txXfrm>
    </dsp:sp>
    <dsp:sp modelId="{378A2A89-3BC1-406A-9145-9FCA0DD01186}">
      <dsp:nvSpPr>
        <dsp:cNvPr id="0" name=""/>
        <dsp:cNvSpPr/>
      </dsp:nvSpPr>
      <dsp:spPr>
        <a:xfrm rot="2700000">
          <a:off x="4584094"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012308-3456-4621-BF23-DBB089FFA586}">
      <dsp:nvSpPr>
        <dsp:cNvPr id="0" name=""/>
        <dsp:cNvSpPr/>
      </dsp:nvSpPr>
      <dsp:spPr>
        <a:xfrm>
          <a:off x="4650324"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3. Core Development</a:t>
          </a:r>
          <a:br>
            <a:rPr lang="en-IN" sz="1400" kern="1200" dirty="0"/>
          </a:br>
          <a:r>
            <a:rPr lang="en-IN" sz="1400" i="1" kern="1200" dirty="0"/>
            <a:t>Weeks 3–5</a:t>
          </a:r>
          <a:br>
            <a:rPr lang="en-IN" sz="1400" kern="1200" dirty="0"/>
          </a:br>
          <a:r>
            <a:rPr lang="en-IN" sz="1400" kern="1200" dirty="0"/>
            <a:t>Emergency-contact and SOS implementation</a:t>
          </a:r>
        </a:p>
      </dsp:txBody>
      <dsp:txXfrm>
        <a:off x="4912044" y="2256560"/>
        <a:ext cx="1313609" cy="1313661"/>
      </dsp:txXfrm>
    </dsp:sp>
    <dsp:sp modelId="{7C1F2995-ADEE-4A08-BD23-8A126527E78E}">
      <dsp:nvSpPr>
        <dsp:cNvPr id="0" name=""/>
        <dsp:cNvSpPr/>
      </dsp:nvSpPr>
      <dsp:spPr>
        <a:xfrm rot="2700000">
          <a:off x="2547937"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9CB254-2D08-4BD8-966C-F07958D8C46D}">
      <dsp:nvSpPr>
        <dsp:cNvPr id="0" name=""/>
        <dsp:cNvSpPr/>
      </dsp:nvSpPr>
      <dsp:spPr>
        <a:xfrm>
          <a:off x="2614167"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2. Architecture &amp; Design</a:t>
          </a:r>
          <a:br>
            <a:rPr lang="en-IN" sz="1400" kern="1200" dirty="0"/>
          </a:br>
          <a:r>
            <a:rPr lang="en-IN" sz="1400" i="1" kern="1200" dirty="0"/>
            <a:t>Weeks 2–3</a:t>
          </a:r>
          <a:br>
            <a:rPr lang="en-IN" sz="1400" kern="1200" dirty="0"/>
          </a:br>
          <a:r>
            <a:rPr lang="en-IN" sz="1400" kern="1200" dirty="0"/>
            <a:t>Backend API and Authentication Design</a:t>
          </a:r>
        </a:p>
      </dsp:txBody>
      <dsp:txXfrm>
        <a:off x="2875887" y="2256560"/>
        <a:ext cx="1313609" cy="1313661"/>
      </dsp:txXfrm>
    </dsp:sp>
    <dsp:sp modelId="{51C5A5E7-3A7B-41EE-BB43-E56E300132AC}">
      <dsp:nvSpPr>
        <dsp:cNvPr id="0" name=""/>
        <dsp:cNvSpPr/>
      </dsp:nvSpPr>
      <dsp:spPr>
        <a:xfrm rot="2700000">
          <a:off x="511780" y="1927837"/>
          <a:ext cx="1970762" cy="1970762"/>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576D1-E14C-400F-9D97-2F31583A690B}">
      <dsp:nvSpPr>
        <dsp:cNvPr id="0" name=""/>
        <dsp:cNvSpPr/>
      </dsp:nvSpPr>
      <dsp:spPr>
        <a:xfrm>
          <a:off x="576758" y="1993759"/>
          <a:ext cx="1839553" cy="1839264"/>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1. Requirements &amp; Research</a:t>
          </a:r>
          <a:br>
            <a:rPr lang="en-IN" sz="1400" kern="1200" dirty="0"/>
          </a:br>
          <a:r>
            <a:rPr lang="en-IN" sz="1400" i="1" kern="1200" dirty="0"/>
            <a:t>Weeks 1–2</a:t>
          </a:r>
          <a:br>
            <a:rPr lang="en-IN" sz="1400" kern="1200" dirty="0"/>
          </a:br>
          <a:r>
            <a:rPr lang="en-IN" sz="1400" kern="1200" dirty="0"/>
            <a:t>Problem analysis, requirements and literature survey</a:t>
          </a:r>
        </a:p>
      </dsp:txBody>
      <dsp:txXfrm>
        <a:off x="839730" y="2256560"/>
        <a:ext cx="1313609" cy="13136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98F1C4-9DF0-4BA6-84D6-B1E5E4447051}">
      <dsp:nvSpPr>
        <dsp:cNvPr id="0" name=""/>
        <dsp:cNvSpPr/>
      </dsp:nvSpPr>
      <dsp:spPr>
        <a:xfrm>
          <a:off x="3488"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Danger Situation</a:t>
          </a:r>
        </a:p>
      </dsp:txBody>
      <dsp:txXfrm>
        <a:off x="26704" y="2838094"/>
        <a:ext cx="1274654" cy="746219"/>
      </dsp:txXfrm>
    </dsp:sp>
    <dsp:sp modelId="{F4D9E60B-8A01-4DF5-8A9E-DE055765FC8D}">
      <dsp:nvSpPr>
        <dsp:cNvPr id="0" name=""/>
        <dsp:cNvSpPr/>
      </dsp:nvSpPr>
      <dsp:spPr>
        <a:xfrm>
          <a:off x="1456683"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1456683" y="3112915"/>
        <a:ext cx="196049" cy="196577"/>
      </dsp:txXfrm>
    </dsp:sp>
    <dsp:sp modelId="{95D4BB80-1B85-4933-BFA0-A92F2FC2A3FF}">
      <dsp:nvSpPr>
        <dsp:cNvPr id="0" name=""/>
        <dsp:cNvSpPr/>
      </dsp:nvSpPr>
      <dsp:spPr>
        <a:xfrm>
          <a:off x="185300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Trigger Detection</a:t>
          </a:r>
        </a:p>
      </dsp:txBody>
      <dsp:txXfrm>
        <a:off x="1876225" y="2838094"/>
        <a:ext cx="1274654" cy="746219"/>
      </dsp:txXfrm>
    </dsp:sp>
    <dsp:sp modelId="{61E49959-96F7-4B48-8411-9177D90BED1D}">
      <dsp:nvSpPr>
        <dsp:cNvPr id="0" name=""/>
        <dsp:cNvSpPr/>
      </dsp:nvSpPr>
      <dsp:spPr>
        <a:xfrm>
          <a:off x="3306203"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3306203" y="3112915"/>
        <a:ext cx="196049" cy="196577"/>
      </dsp:txXfrm>
    </dsp:sp>
    <dsp:sp modelId="{0C27C20E-F92D-4848-9AA0-63E1D4D13C06}">
      <dsp:nvSpPr>
        <dsp:cNvPr id="0" name=""/>
        <dsp:cNvSpPr/>
      </dsp:nvSpPr>
      <dsp:spPr>
        <a:xfrm>
          <a:off x="370252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Danger Detection</a:t>
          </a:r>
        </a:p>
      </dsp:txBody>
      <dsp:txXfrm>
        <a:off x="3725745" y="2838094"/>
        <a:ext cx="1274654" cy="746219"/>
      </dsp:txXfrm>
    </dsp:sp>
    <dsp:sp modelId="{0688C50D-1335-4906-9ECB-FD8CAB241802}">
      <dsp:nvSpPr>
        <dsp:cNvPr id="0" name=""/>
        <dsp:cNvSpPr/>
      </dsp:nvSpPr>
      <dsp:spPr>
        <a:xfrm>
          <a:off x="5155724"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5155724" y="3112915"/>
        <a:ext cx="196049" cy="196577"/>
      </dsp:txXfrm>
    </dsp:sp>
    <dsp:sp modelId="{E1CDEFCF-5880-4A0A-A262-EA53452420CD}">
      <dsp:nvSpPr>
        <dsp:cNvPr id="0" name=""/>
        <dsp:cNvSpPr/>
      </dsp:nvSpPr>
      <dsp:spPr>
        <a:xfrm>
          <a:off x="5552049"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SOS</a:t>
          </a:r>
        </a:p>
      </dsp:txBody>
      <dsp:txXfrm>
        <a:off x="5575265" y="2838094"/>
        <a:ext cx="1274654" cy="746219"/>
      </dsp:txXfrm>
    </dsp:sp>
    <dsp:sp modelId="{950D59A6-3657-429C-84D9-5FDCFECBC3F2}">
      <dsp:nvSpPr>
        <dsp:cNvPr id="0" name=""/>
        <dsp:cNvSpPr/>
      </dsp:nvSpPr>
      <dsp:spPr>
        <a:xfrm>
          <a:off x="7005244"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7005244" y="3112915"/>
        <a:ext cx="196049" cy="196577"/>
      </dsp:txXfrm>
    </dsp:sp>
    <dsp:sp modelId="{C0D34195-D0BC-4218-ADB9-76C48EC7BB88}">
      <dsp:nvSpPr>
        <dsp:cNvPr id="0" name=""/>
        <dsp:cNvSpPr/>
      </dsp:nvSpPr>
      <dsp:spPr>
        <a:xfrm>
          <a:off x="7401570"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Location</a:t>
          </a:r>
        </a:p>
      </dsp:txBody>
      <dsp:txXfrm>
        <a:off x="7424786" y="2838094"/>
        <a:ext cx="1274654" cy="746219"/>
      </dsp:txXfrm>
    </dsp:sp>
    <dsp:sp modelId="{5A41F7FE-7D03-404B-9542-094DA8D2B269}">
      <dsp:nvSpPr>
        <dsp:cNvPr id="0" name=""/>
        <dsp:cNvSpPr/>
      </dsp:nvSpPr>
      <dsp:spPr>
        <a:xfrm>
          <a:off x="8854765"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8854765" y="3112915"/>
        <a:ext cx="196049" cy="196577"/>
      </dsp:txXfrm>
    </dsp:sp>
    <dsp:sp modelId="{F5CE6B26-F82B-4691-8234-90D67DD0EB80}">
      <dsp:nvSpPr>
        <dsp:cNvPr id="0" name=""/>
        <dsp:cNvSpPr/>
      </dsp:nvSpPr>
      <dsp:spPr>
        <a:xfrm>
          <a:off x="9251090"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Alert</a:t>
          </a:r>
        </a:p>
      </dsp:txBody>
      <dsp:txXfrm>
        <a:off x="9274306" y="2838094"/>
        <a:ext cx="1274654" cy="746219"/>
      </dsp:txXfrm>
    </dsp:sp>
    <dsp:sp modelId="{2073F1CB-E66C-42D1-9AFA-AE5BEB9CAF84}">
      <dsp:nvSpPr>
        <dsp:cNvPr id="0" name=""/>
        <dsp:cNvSpPr/>
      </dsp:nvSpPr>
      <dsp:spPr>
        <a:xfrm>
          <a:off x="10704285" y="3047389"/>
          <a:ext cx="280070" cy="32762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10704285" y="3112915"/>
        <a:ext cx="196049" cy="196577"/>
      </dsp:txXfrm>
    </dsp:sp>
    <dsp:sp modelId="{02E3B24B-C5DC-4F1E-8B18-65496703AD52}">
      <dsp:nvSpPr>
        <dsp:cNvPr id="0" name=""/>
        <dsp:cNvSpPr/>
      </dsp:nvSpPr>
      <dsp:spPr>
        <a:xfrm>
          <a:off x="11100611" y="2814878"/>
          <a:ext cx="1321086" cy="7926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Contacts</a:t>
          </a:r>
        </a:p>
      </dsp:txBody>
      <dsp:txXfrm>
        <a:off x="11123827" y="2838094"/>
        <a:ext cx="1274654" cy="746219"/>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10/4/2026</a:t>
            </a:fld>
            <a:endParaRPr lang="en-US"/>
          </a:p>
        </p:txBody>
      </p:sp>
      <p:sp>
        <p:nvSpPr>
          <p:cNvPr id="4" name="Slide Image Placeholder 3"/>
          <p:cNvSpPr>
            <a:spLocks noGrp="1" noRot="1" noChangeAspect="1"/>
          </p:cNvSpPr>
          <p:nvPr>
            <p:ph type="sldImg" idx="2"/>
          </p:nvPr>
        </p:nvSpPr>
        <p:spPr>
          <a:xfrm>
            <a:off x="903288" y="1143000"/>
            <a:ext cx="5051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1002182" rtl="0" eaLnBrk="1" latinLnBrk="0" hangingPunct="1">
      <a:defRPr sz="1315" kern="1200">
        <a:solidFill>
          <a:schemeClr val="tx1"/>
        </a:solidFill>
        <a:latin typeface="+mn-lt"/>
        <a:ea typeface="+mn-ea"/>
        <a:cs typeface="+mn-cs"/>
      </a:defRPr>
    </a:lvl1pPr>
    <a:lvl2pPr marL="501091" algn="l" defTabSz="1002182" rtl="0" eaLnBrk="1" latinLnBrk="0" hangingPunct="1">
      <a:defRPr sz="1315" kern="1200">
        <a:solidFill>
          <a:schemeClr val="tx1"/>
        </a:solidFill>
        <a:latin typeface="+mn-lt"/>
        <a:ea typeface="+mn-ea"/>
        <a:cs typeface="+mn-cs"/>
      </a:defRPr>
    </a:lvl2pPr>
    <a:lvl3pPr marL="1002182" algn="l" defTabSz="1002182" rtl="0" eaLnBrk="1" latinLnBrk="0" hangingPunct="1">
      <a:defRPr sz="1315" kern="1200">
        <a:solidFill>
          <a:schemeClr val="tx1"/>
        </a:solidFill>
        <a:latin typeface="+mn-lt"/>
        <a:ea typeface="+mn-ea"/>
        <a:cs typeface="+mn-cs"/>
      </a:defRPr>
    </a:lvl3pPr>
    <a:lvl4pPr marL="1503274" algn="l" defTabSz="1002182" rtl="0" eaLnBrk="1" latinLnBrk="0" hangingPunct="1">
      <a:defRPr sz="1315" kern="1200">
        <a:solidFill>
          <a:schemeClr val="tx1"/>
        </a:solidFill>
        <a:latin typeface="+mn-lt"/>
        <a:ea typeface="+mn-ea"/>
        <a:cs typeface="+mn-cs"/>
      </a:defRPr>
    </a:lvl4pPr>
    <a:lvl5pPr marL="2004365" algn="l" defTabSz="1002182" rtl="0" eaLnBrk="1" latinLnBrk="0" hangingPunct="1">
      <a:defRPr sz="1315" kern="1200">
        <a:solidFill>
          <a:schemeClr val="tx1"/>
        </a:solidFill>
        <a:latin typeface="+mn-lt"/>
        <a:ea typeface="+mn-ea"/>
        <a:cs typeface="+mn-cs"/>
      </a:defRPr>
    </a:lvl5pPr>
    <a:lvl6pPr marL="2505456" algn="l" defTabSz="1002182" rtl="0" eaLnBrk="1" latinLnBrk="0" hangingPunct="1">
      <a:defRPr sz="1315" kern="1200">
        <a:solidFill>
          <a:schemeClr val="tx1"/>
        </a:solidFill>
        <a:latin typeface="+mn-lt"/>
        <a:ea typeface="+mn-ea"/>
        <a:cs typeface="+mn-cs"/>
      </a:defRPr>
    </a:lvl6pPr>
    <a:lvl7pPr marL="3006547" algn="l" defTabSz="1002182" rtl="0" eaLnBrk="1" latinLnBrk="0" hangingPunct="1">
      <a:defRPr sz="1315" kern="1200">
        <a:solidFill>
          <a:schemeClr val="tx1"/>
        </a:solidFill>
        <a:latin typeface="+mn-lt"/>
        <a:ea typeface="+mn-ea"/>
        <a:cs typeface="+mn-cs"/>
      </a:defRPr>
    </a:lvl7pPr>
    <a:lvl8pPr marL="3507638" algn="l" defTabSz="1002182" rtl="0" eaLnBrk="1" latinLnBrk="0" hangingPunct="1">
      <a:defRPr sz="1315" kern="1200">
        <a:solidFill>
          <a:schemeClr val="tx1"/>
        </a:solidFill>
        <a:latin typeface="+mn-lt"/>
        <a:ea typeface="+mn-ea"/>
        <a:cs typeface="+mn-cs"/>
      </a:defRPr>
    </a:lvl8pPr>
    <a:lvl9pPr marL="4008730" algn="l" defTabSz="1002182" rtl="0" eaLnBrk="1" latinLnBrk="0" hangingPunct="1">
      <a:defRPr sz="131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3288" y="1143000"/>
            <a:ext cx="5051425" cy="3086100"/>
          </a:xfrm>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3288" y="1143000"/>
            <a:ext cx="5051425" cy="30861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620044" y="1296173"/>
            <a:ext cx="9720263" cy="275734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620044" y="4159854"/>
            <a:ext cx="9720263" cy="19121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84274" y="1974511"/>
            <a:ext cx="11178302" cy="329451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84274" y="5300193"/>
            <a:ext cx="11178302" cy="173250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91024"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561177"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92712" y="421669"/>
            <a:ext cx="11178302" cy="1530841"/>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92713" y="1941510"/>
            <a:ext cx="5482835"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92713" y="2893014"/>
            <a:ext cx="548283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561177" y="1941510"/>
            <a:ext cx="5509837" cy="95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561177" y="2893014"/>
            <a:ext cx="550983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92713" y="528002"/>
            <a:ext cx="4180050" cy="1848009"/>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509837" y="1140340"/>
            <a:ext cx="6561177" cy="56283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92713" y="2376011"/>
            <a:ext cx="4180050"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92713" y="528002"/>
            <a:ext cx="4180050" cy="1848009"/>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509837" y="1140340"/>
            <a:ext cx="6561177" cy="5628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92713" y="2376011"/>
            <a:ext cx="4180050" cy="44018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9274751" y="421669"/>
            <a:ext cx="2794575" cy="67118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91024" y="421669"/>
            <a:ext cx="8221722"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0044" y="1296173"/>
            <a:ext cx="9720263" cy="2757347"/>
          </a:xfrm>
        </p:spPr>
        <p:txBody>
          <a:bodyPr anchor="b"/>
          <a:lstStyle>
            <a:lvl1pPr algn="ctr">
              <a:defRPr sz="6378"/>
            </a:lvl1pPr>
          </a:lstStyle>
          <a:p>
            <a:r>
              <a:rPr lang="en-US"/>
              <a:t>Click to edit Master title style</a:t>
            </a:r>
            <a:endParaRPr lang="en-US" dirty="0"/>
          </a:p>
        </p:txBody>
      </p:sp>
      <p:sp>
        <p:nvSpPr>
          <p:cNvPr id="3" name="Subtitle 2"/>
          <p:cNvSpPr>
            <a:spLocks noGrp="1"/>
          </p:cNvSpPr>
          <p:nvPr>
            <p:ph type="subTitle" idx="1"/>
          </p:nvPr>
        </p:nvSpPr>
        <p:spPr>
          <a:xfrm>
            <a:off x="1620044" y="4159854"/>
            <a:ext cx="9720263" cy="1912175"/>
          </a:xfrm>
        </p:spPr>
        <p:txBody>
          <a:bodyPr/>
          <a:lstStyle>
            <a:lvl1pPr marL="0" indent="0" algn="ctr">
              <a:buNone/>
              <a:defRPr sz="2551"/>
            </a:lvl1pPr>
            <a:lvl2pPr marL="486004" indent="0" algn="ctr">
              <a:buNone/>
              <a:defRPr sz="2126"/>
            </a:lvl2pPr>
            <a:lvl3pPr marL="972007" indent="0" algn="ctr">
              <a:buNone/>
              <a:defRPr sz="1913"/>
            </a:lvl3pPr>
            <a:lvl4pPr marL="1458011" indent="0" algn="ctr">
              <a:buNone/>
              <a:defRPr sz="1701"/>
            </a:lvl4pPr>
            <a:lvl5pPr marL="1944014" indent="0" algn="ctr">
              <a:buNone/>
              <a:defRPr sz="1701"/>
            </a:lvl5pPr>
            <a:lvl6pPr marL="2430018" indent="0" algn="ctr">
              <a:buNone/>
              <a:defRPr sz="1701"/>
            </a:lvl6pPr>
            <a:lvl7pPr marL="2916022" indent="0" algn="ctr">
              <a:buNone/>
              <a:defRPr sz="1701"/>
            </a:lvl7pPr>
            <a:lvl8pPr marL="3402025" indent="0" algn="ctr">
              <a:buNone/>
              <a:defRPr sz="1701"/>
            </a:lvl8pPr>
            <a:lvl9pPr marL="3888029" indent="0" algn="ctr">
              <a:buNone/>
              <a:defRPr sz="170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39928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2591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84274" y="1974511"/>
            <a:ext cx="11178302" cy="3294515"/>
          </a:xfrm>
        </p:spPr>
        <p:txBody>
          <a:bodyPr anchor="b"/>
          <a:lstStyle>
            <a:lvl1pPr>
              <a:defRPr sz="6378"/>
            </a:lvl1pPr>
          </a:lstStyle>
          <a:p>
            <a:r>
              <a:rPr lang="en-US"/>
              <a:t>Click to edit Master title style</a:t>
            </a:r>
            <a:endParaRPr lang="en-US" dirty="0"/>
          </a:p>
        </p:txBody>
      </p:sp>
      <p:sp>
        <p:nvSpPr>
          <p:cNvPr id="3" name="Text Placeholder 2"/>
          <p:cNvSpPr>
            <a:spLocks noGrp="1"/>
          </p:cNvSpPr>
          <p:nvPr>
            <p:ph type="body" idx="1"/>
          </p:nvPr>
        </p:nvSpPr>
        <p:spPr>
          <a:xfrm>
            <a:off x="884274" y="5300193"/>
            <a:ext cx="11178302" cy="1732508"/>
          </a:xfrm>
        </p:spPr>
        <p:txBody>
          <a:bodyPr/>
          <a:lstStyle>
            <a:lvl1pPr marL="0" indent="0">
              <a:buNone/>
              <a:defRPr sz="2551">
                <a:solidFill>
                  <a:schemeClr val="tx1">
                    <a:tint val="75000"/>
                  </a:schemeClr>
                </a:solidFill>
              </a:defRPr>
            </a:lvl1pPr>
            <a:lvl2pPr marL="486004" indent="0">
              <a:buNone/>
              <a:defRPr sz="2126">
                <a:solidFill>
                  <a:schemeClr val="tx1">
                    <a:tint val="75000"/>
                  </a:schemeClr>
                </a:solidFill>
              </a:defRPr>
            </a:lvl2pPr>
            <a:lvl3pPr marL="972007" indent="0">
              <a:buNone/>
              <a:defRPr sz="1913">
                <a:solidFill>
                  <a:schemeClr val="tx1">
                    <a:tint val="75000"/>
                  </a:schemeClr>
                </a:solidFill>
              </a:defRPr>
            </a:lvl3pPr>
            <a:lvl4pPr marL="1458011" indent="0">
              <a:buNone/>
              <a:defRPr sz="1701">
                <a:solidFill>
                  <a:schemeClr val="tx1">
                    <a:tint val="75000"/>
                  </a:schemeClr>
                </a:solidFill>
              </a:defRPr>
            </a:lvl4pPr>
            <a:lvl5pPr marL="1944014" indent="0">
              <a:buNone/>
              <a:defRPr sz="1701">
                <a:solidFill>
                  <a:schemeClr val="tx1">
                    <a:tint val="75000"/>
                  </a:schemeClr>
                </a:solidFill>
              </a:defRPr>
            </a:lvl5pPr>
            <a:lvl6pPr marL="2430018" indent="0">
              <a:buNone/>
              <a:defRPr sz="1701">
                <a:solidFill>
                  <a:schemeClr val="tx1">
                    <a:tint val="75000"/>
                  </a:schemeClr>
                </a:solidFill>
              </a:defRPr>
            </a:lvl6pPr>
            <a:lvl7pPr marL="2916022" indent="0">
              <a:buNone/>
              <a:defRPr sz="1701">
                <a:solidFill>
                  <a:schemeClr val="tx1">
                    <a:tint val="75000"/>
                  </a:schemeClr>
                </a:solidFill>
              </a:defRPr>
            </a:lvl7pPr>
            <a:lvl8pPr marL="3402025" indent="0">
              <a:buNone/>
              <a:defRPr sz="1701">
                <a:solidFill>
                  <a:schemeClr val="tx1">
                    <a:tint val="75000"/>
                  </a:schemeClr>
                </a:solidFill>
              </a:defRPr>
            </a:lvl8pPr>
            <a:lvl9pPr marL="3888029" indent="0">
              <a:buNone/>
              <a:defRPr sz="17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7622132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91024"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61177" y="2108344"/>
            <a:ext cx="5508149" cy="5025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4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401246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92712" y="421669"/>
            <a:ext cx="11178302" cy="1530841"/>
          </a:xfrm>
        </p:spPr>
        <p:txBody>
          <a:bodyPr/>
          <a:lstStyle/>
          <a:p>
            <a:r>
              <a:rPr lang="en-US"/>
              <a:t>Click to edit Master title style</a:t>
            </a:r>
            <a:endParaRPr lang="en-US" dirty="0"/>
          </a:p>
        </p:txBody>
      </p:sp>
      <p:sp>
        <p:nvSpPr>
          <p:cNvPr id="3" name="Text Placeholder 2"/>
          <p:cNvSpPr>
            <a:spLocks noGrp="1"/>
          </p:cNvSpPr>
          <p:nvPr>
            <p:ph type="body" idx="1"/>
          </p:nvPr>
        </p:nvSpPr>
        <p:spPr>
          <a:xfrm>
            <a:off x="892713" y="1941510"/>
            <a:ext cx="5482835" cy="951504"/>
          </a:xfrm>
        </p:spPr>
        <p:txBody>
          <a:bodyPr anchor="b"/>
          <a:lstStyle>
            <a:lvl1pPr marL="0" indent="0">
              <a:buNone/>
              <a:defRPr sz="2551" b="1"/>
            </a:lvl1pPr>
            <a:lvl2pPr marL="486004" indent="0">
              <a:buNone/>
              <a:defRPr sz="2126" b="1"/>
            </a:lvl2pPr>
            <a:lvl3pPr marL="972007" indent="0">
              <a:buNone/>
              <a:defRPr sz="1913" b="1"/>
            </a:lvl3pPr>
            <a:lvl4pPr marL="1458011" indent="0">
              <a:buNone/>
              <a:defRPr sz="1701" b="1"/>
            </a:lvl4pPr>
            <a:lvl5pPr marL="1944014" indent="0">
              <a:buNone/>
              <a:defRPr sz="1701" b="1"/>
            </a:lvl5pPr>
            <a:lvl6pPr marL="2430018" indent="0">
              <a:buNone/>
              <a:defRPr sz="1701" b="1"/>
            </a:lvl6pPr>
            <a:lvl7pPr marL="2916022" indent="0">
              <a:buNone/>
              <a:defRPr sz="1701" b="1"/>
            </a:lvl7pPr>
            <a:lvl8pPr marL="3402025" indent="0">
              <a:buNone/>
              <a:defRPr sz="1701" b="1"/>
            </a:lvl8pPr>
            <a:lvl9pPr marL="3888029" indent="0">
              <a:buNone/>
              <a:defRPr sz="1701" b="1"/>
            </a:lvl9pPr>
          </a:lstStyle>
          <a:p>
            <a:pPr lvl="0"/>
            <a:r>
              <a:rPr lang="en-US"/>
              <a:t>Click to edit Master text styles</a:t>
            </a:r>
          </a:p>
        </p:txBody>
      </p:sp>
      <p:sp>
        <p:nvSpPr>
          <p:cNvPr id="4" name="Content Placeholder 3"/>
          <p:cNvSpPr>
            <a:spLocks noGrp="1"/>
          </p:cNvSpPr>
          <p:nvPr>
            <p:ph sz="half" idx="2"/>
          </p:nvPr>
        </p:nvSpPr>
        <p:spPr>
          <a:xfrm>
            <a:off x="892713" y="2893014"/>
            <a:ext cx="5482835"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61177" y="1941510"/>
            <a:ext cx="5509837" cy="951504"/>
          </a:xfrm>
        </p:spPr>
        <p:txBody>
          <a:bodyPr anchor="b"/>
          <a:lstStyle>
            <a:lvl1pPr marL="0" indent="0">
              <a:buNone/>
              <a:defRPr sz="2551" b="1"/>
            </a:lvl1pPr>
            <a:lvl2pPr marL="486004" indent="0">
              <a:buNone/>
              <a:defRPr sz="2126" b="1"/>
            </a:lvl2pPr>
            <a:lvl3pPr marL="972007" indent="0">
              <a:buNone/>
              <a:defRPr sz="1913" b="1"/>
            </a:lvl3pPr>
            <a:lvl4pPr marL="1458011" indent="0">
              <a:buNone/>
              <a:defRPr sz="1701" b="1"/>
            </a:lvl4pPr>
            <a:lvl5pPr marL="1944014" indent="0">
              <a:buNone/>
              <a:defRPr sz="1701" b="1"/>
            </a:lvl5pPr>
            <a:lvl6pPr marL="2430018" indent="0">
              <a:buNone/>
              <a:defRPr sz="1701" b="1"/>
            </a:lvl6pPr>
            <a:lvl7pPr marL="2916022" indent="0">
              <a:buNone/>
              <a:defRPr sz="1701" b="1"/>
            </a:lvl7pPr>
            <a:lvl8pPr marL="3402025" indent="0">
              <a:buNone/>
              <a:defRPr sz="1701" b="1"/>
            </a:lvl8pPr>
            <a:lvl9pPr marL="3888029" indent="0">
              <a:buNone/>
              <a:defRPr sz="1701" b="1"/>
            </a:lvl9pPr>
          </a:lstStyle>
          <a:p>
            <a:pPr lvl="0"/>
            <a:r>
              <a:rPr lang="en-US"/>
              <a:t>Click to edit Master text styles</a:t>
            </a:r>
          </a:p>
        </p:txBody>
      </p:sp>
      <p:sp>
        <p:nvSpPr>
          <p:cNvPr id="6" name="Content Placeholder 5"/>
          <p:cNvSpPr>
            <a:spLocks noGrp="1"/>
          </p:cNvSpPr>
          <p:nvPr>
            <p:ph sz="quarter" idx="4"/>
          </p:nvPr>
        </p:nvSpPr>
        <p:spPr>
          <a:xfrm>
            <a:off x="6561177" y="2893014"/>
            <a:ext cx="5509837" cy="4255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4 October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5215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4 October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905384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4 October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73562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2713" y="528002"/>
            <a:ext cx="4180050" cy="1848009"/>
          </a:xfrm>
        </p:spPr>
        <p:txBody>
          <a:bodyPr anchor="b"/>
          <a:lstStyle>
            <a:lvl1pPr>
              <a:defRPr sz="3402"/>
            </a:lvl1pPr>
          </a:lstStyle>
          <a:p>
            <a:r>
              <a:rPr lang="en-US"/>
              <a:t>Click to edit Master title style</a:t>
            </a:r>
            <a:endParaRPr lang="en-US" dirty="0"/>
          </a:p>
        </p:txBody>
      </p:sp>
      <p:sp>
        <p:nvSpPr>
          <p:cNvPr id="3" name="Content Placeholder 2"/>
          <p:cNvSpPr>
            <a:spLocks noGrp="1"/>
          </p:cNvSpPr>
          <p:nvPr>
            <p:ph idx="1"/>
          </p:nvPr>
        </p:nvSpPr>
        <p:spPr>
          <a:xfrm>
            <a:off x="5509837" y="1140340"/>
            <a:ext cx="6561177" cy="5628360"/>
          </a:xfrm>
        </p:spPr>
        <p:txBody>
          <a:bodyPr/>
          <a:lstStyle>
            <a:lvl1pPr>
              <a:defRPr sz="3402"/>
            </a:lvl1pPr>
            <a:lvl2pPr>
              <a:defRPr sz="2976"/>
            </a:lvl2pPr>
            <a:lvl3pPr>
              <a:defRPr sz="2551"/>
            </a:lvl3pPr>
            <a:lvl4pPr>
              <a:defRPr sz="2126"/>
            </a:lvl4pPr>
            <a:lvl5pPr>
              <a:defRPr sz="2126"/>
            </a:lvl5pPr>
            <a:lvl6pPr>
              <a:defRPr sz="2126"/>
            </a:lvl6pPr>
            <a:lvl7pPr>
              <a:defRPr sz="2126"/>
            </a:lvl7pPr>
            <a:lvl8pPr>
              <a:defRPr sz="2126"/>
            </a:lvl8pPr>
            <a:lvl9pPr>
              <a:defRPr sz="21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92713" y="2376011"/>
            <a:ext cx="4180050" cy="4401855"/>
          </a:xfrm>
        </p:spPr>
        <p:txBody>
          <a:bodyPr/>
          <a:lstStyle>
            <a:lvl1pPr marL="0" indent="0">
              <a:buNone/>
              <a:defRPr sz="1701"/>
            </a:lvl1pPr>
            <a:lvl2pPr marL="486004" indent="0">
              <a:buNone/>
              <a:defRPr sz="1488"/>
            </a:lvl2pPr>
            <a:lvl3pPr marL="972007" indent="0">
              <a:buNone/>
              <a:defRPr sz="1276"/>
            </a:lvl3pPr>
            <a:lvl4pPr marL="1458011" indent="0">
              <a:buNone/>
              <a:defRPr sz="1063"/>
            </a:lvl4pPr>
            <a:lvl5pPr marL="1944014" indent="0">
              <a:buNone/>
              <a:defRPr sz="1063"/>
            </a:lvl5pPr>
            <a:lvl6pPr marL="2430018" indent="0">
              <a:buNone/>
              <a:defRPr sz="1063"/>
            </a:lvl6pPr>
            <a:lvl7pPr marL="2916022" indent="0">
              <a:buNone/>
              <a:defRPr sz="1063"/>
            </a:lvl7pPr>
            <a:lvl8pPr marL="3402025" indent="0">
              <a:buNone/>
              <a:defRPr sz="1063"/>
            </a:lvl8pPr>
            <a:lvl9pPr marL="3888029" indent="0">
              <a:buNone/>
              <a:defRPr sz="1063"/>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4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96926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2713" y="528002"/>
            <a:ext cx="4180050" cy="1848009"/>
          </a:xfrm>
        </p:spPr>
        <p:txBody>
          <a:bodyPr anchor="b"/>
          <a:lstStyle>
            <a:lvl1pPr>
              <a:defRPr sz="3402"/>
            </a:lvl1pPr>
          </a:lstStyle>
          <a:p>
            <a:r>
              <a:rPr lang="en-US"/>
              <a:t>Click to edit Master title style</a:t>
            </a:r>
            <a:endParaRPr lang="en-US" dirty="0"/>
          </a:p>
        </p:txBody>
      </p:sp>
      <p:sp>
        <p:nvSpPr>
          <p:cNvPr id="3" name="Picture Placeholder 2"/>
          <p:cNvSpPr>
            <a:spLocks noGrp="1" noChangeAspect="1"/>
          </p:cNvSpPr>
          <p:nvPr>
            <p:ph type="pic" idx="1"/>
          </p:nvPr>
        </p:nvSpPr>
        <p:spPr>
          <a:xfrm>
            <a:off x="5509837" y="1140340"/>
            <a:ext cx="6561177" cy="5628360"/>
          </a:xfrm>
        </p:spPr>
        <p:txBody>
          <a:bodyPr anchor="t"/>
          <a:lstStyle>
            <a:lvl1pPr marL="0" indent="0">
              <a:buNone/>
              <a:defRPr sz="3402"/>
            </a:lvl1pPr>
            <a:lvl2pPr marL="486004" indent="0">
              <a:buNone/>
              <a:defRPr sz="2976"/>
            </a:lvl2pPr>
            <a:lvl3pPr marL="972007" indent="0">
              <a:buNone/>
              <a:defRPr sz="2551"/>
            </a:lvl3pPr>
            <a:lvl4pPr marL="1458011" indent="0">
              <a:buNone/>
              <a:defRPr sz="2126"/>
            </a:lvl4pPr>
            <a:lvl5pPr marL="1944014" indent="0">
              <a:buNone/>
              <a:defRPr sz="2126"/>
            </a:lvl5pPr>
            <a:lvl6pPr marL="2430018" indent="0">
              <a:buNone/>
              <a:defRPr sz="2126"/>
            </a:lvl6pPr>
            <a:lvl7pPr marL="2916022" indent="0">
              <a:buNone/>
              <a:defRPr sz="2126"/>
            </a:lvl7pPr>
            <a:lvl8pPr marL="3402025" indent="0">
              <a:buNone/>
              <a:defRPr sz="2126"/>
            </a:lvl8pPr>
            <a:lvl9pPr marL="3888029" indent="0">
              <a:buNone/>
              <a:defRPr sz="2126"/>
            </a:lvl9pPr>
          </a:lstStyle>
          <a:p>
            <a:r>
              <a:rPr lang="en-US"/>
              <a:t>Click icon to add picture</a:t>
            </a:r>
            <a:endParaRPr lang="en-US" dirty="0"/>
          </a:p>
        </p:txBody>
      </p:sp>
      <p:sp>
        <p:nvSpPr>
          <p:cNvPr id="4" name="Text Placeholder 3"/>
          <p:cNvSpPr>
            <a:spLocks noGrp="1"/>
          </p:cNvSpPr>
          <p:nvPr>
            <p:ph type="body" sz="half" idx="2"/>
          </p:nvPr>
        </p:nvSpPr>
        <p:spPr>
          <a:xfrm>
            <a:off x="892713" y="2376011"/>
            <a:ext cx="4180050" cy="4401855"/>
          </a:xfrm>
        </p:spPr>
        <p:txBody>
          <a:bodyPr/>
          <a:lstStyle>
            <a:lvl1pPr marL="0" indent="0">
              <a:buNone/>
              <a:defRPr sz="1701"/>
            </a:lvl1pPr>
            <a:lvl2pPr marL="486004" indent="0">
              <a:buNone/>
              <a:defRPr sz="1488"/>
            </a:lvl2pPr>
            <a:lvl3pPr marL="972007" indent="0">
              <a:buNone/>
              <a:defRPr sz="1276"/>
            </a:lvl3pPr>
            <a:lvl4pPr marL="1458011" indent="0">
              <a:buNone/>
              <a:defRPr sz="1063"/>
            </a:lvl4pPr>
            <a:lvl5pPr marL="1944014" indent="0">
              <a:buNone/>
              <a:defRPr sz="1063"/>
            </a:lvl5pPr>
            <a:lvl6pPr marL="2430018" indent="0">
              <a:buNone/>
              <a:defRPr sz="1063"/>
            </a:lvl6pPr>
            <a:lvl7pPr marL="2916022" indent="0">
              <a:buNone/>
              <a:defRPr sz="1063"/>
            </a:lvl7pPr>
            <a:lvl8pPr marL="3402025" indent="0">
              <a:buNone/>
              <a:defRPr sz="1063"/>
            </a:lvl8pPr>
            <a:lvl9pPr marL="3888029" indent="0">
              <a:buNone/>
              <a:defRPr sz="1063"/>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4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1819429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63539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4751" y="421669"/>
            <a:ext cx="2794575" cy="67118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91024" y="421669"/>
            <a:ext cx="8221722" cy="6711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4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62487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91024" y="421669"/>
            <a:ext cx="11178302" cy="153084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91024" y="2108344"/>
            <a:ext cx="11178302"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91024" y="7340702"/>
            <a:ext cx="2916079" cy="421669"/>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10/4/2026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293116" y="7340702"/>
            <a:ext cx="4374118" cy="421669"/>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9153247" y="7340702"/>
            <a:ext cx="2916079" cy="421669"/>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024" y="421669"/>
            <a:ext cx="11178302" cy="15308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91024" y="2108344"/>
            <a:ext cx="11178302" cy="5025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1024" y="7340702"/>
            <a:ext cx="2916079" cy="421669"/>
          </a:xfrm>
          <a:prstGeom prst="rect">
            <a:avLst/>
          </a:prstGeom>
        </p:spPr>
        <p:txBody>
          <a:bodyPr vert="horz" lIns="91440" tIns="45720" rIns="91440" bIns="45720" rtlCol="0" anchor="ctr"/>
          <a:lstStyle>
            <a:lvl1pPr algn="l">
              <a:defRPr sz="1276">
                <a:solidFill>
                  <a:schemeClr val="tx1">
                    <a:tint val="75000"/>
                  </a:schemeClr>
                </a:solidFill>
              </a:defRPr>
            </a:lvl1pPr>
          </a:lstStyle>
          <a:p>
            <a:fld id="{E227863A-4956-4659-9192-3D74DA4F7578}" type="datetimeFigureOut">
              <a:rPr lang="en-US" smtClean="0"/>
              <a:t>10/4/2026</a:t>
            </a:fld>
            <a:endParaRPr lang="en-US"/>
          </a:p>
        </p:txBody>
      </p:sp>
      <p:sp>
        <p:nvSpPr>
          <p:cNvPr id="5" name="Footer Placeholder 4"/>
          <p:cNvSpPr>
            <a:spLocks noGrp="1"/>
          </p:cNvSpPr>
          <p:nvPr>
            <p:ph type="ftr" sz="quarter" idx="3"/>
          </p:nvPr>
        </p:nvSpPr>
        <p:spPr>
          <a:xfrm>
            <a:off x="4293116" y="7340702"/>
            <a:ext cx="4374118" cy="421669"/>
          </a:xfrm>
          <a:prstGeom prst="rect">
            <a:avLst/>
          </a:prstGeom>
        </p:spPr>
        <p:txBody>
          <a:bodyPr vert="horz" lIns="91440" tIns="45720" rIns="91440" bIns="45720" rtlCol="0" anchor="ctr"/>
          <a:lstStyle>
            <a:lvl1pPr algn="ctr">
              <a:defRPr sz="127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53247" y="7340702"/>
            <a:ext cx="2916079" cy="421669"/>
          </a:xfrm>
          <a:prstGeom prst="rect">
            <a:avLst/>
          </a:prstGeom>
        </p:spPr>
        <p:txBody>
          <a:bodyPr vert="horz" lIns="91440" tIns="45720" rIns="91440" bIns="45720" rtlCol="0" anchor="ctr"/>
          <a:lstStyle>
            <a:lvl1pPr algn="r">
              <a:defRPr sz="1276">
                <a:solidFill>
                  <a:schemeClr val="tx1">
                    <a:tint val="75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24016175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72007" rtl="0" eaLnBrk="1" latinLnBrk="0" hangingPunct="1">
        <a:lnSpc>
          <a:spcPct val="90000"/>
        </a:lnSpc>
        <a:spcBef>
          <a:spcPct val="0"/>
        </a:spcBef>
        <a:buNone/>
        <a:defRPr sz="4677" kern="1200">
          <a:solidFill>
            <a:schemeClr val="tx1"/>
          </a:solidFill>
          <a:latin typeface="+mj-lt"/>
          <a:ea typeface="+mj-ea"/>
          <a:cs typeface="+mj-cs"/>
        </a:defRPr>
      </a:lvl1pPr>
    </p:titleStyle>
    <p:bodyStyle>
      <a:lvl1pPr marL="243002" indent="-243002" algn="l" defTabSz="972007" rtl="0" eaLnBrk="1" latinLnBrk="0" hangingPunct="1">
        <a:lnSpc>
          <a:spcPct val="90000"/>
        </a:lnSpc>
        <a:spcBef>
          <a:spcPts val="1063"/>
        </a:spcBef>
        <a:buFont typeface="Arial" panose="020B0604020202020204" pitchFamily="34" charset="0"/>
        <a:buChar char="•"/>
        <a:defRPr sz="2976" kern="1200">
          <a:solidFill>
            <a:schemeClr val="tx1"/>
          </a:solidFill>
          <a:latin typeface="+mn-lt"/>
          <a:ea typeface="+mn-ea"/>
          <a:cs typeface="+mn-cs"/>
        </a:defRPr>
      </a:lvl1pPr>
      <a:lvl2pPr marL="729005" indent="-243002" algn="l" defTabSz="972007" rtl="0" eaLnBrk="1" latinLnBrk="0" hangingPunct="1">
        <a:lnSpc>
          <a:spcPct val="90000"/>
        </a:lnSpc>
        <a:spcBef>
          <a:spcPts val="532"/>
        </a:spcBef>
        <a:buFont typeface="Arial" panose="020B0604020202020204" pitchFamily="34" charset="0"/>
        <a:buChar char="•"/>
        <a:defRPr sz="2551" kern="1200">
          <a:solidFill>
            <a:schemeClr val="tx1"/>
          </a:solidFill>
          <a:latin typeface="+mn-lt"/>
          <a:ea typeface="+mn-ea"/>
          <a:cs typeface="+mn-cs"/>
        </a:defRPr>
      </a:lvl2pPr>
      <a:lvl3pPr marL="1215009" indent="-243002" algn="l" defTabSz="972007" rtl="0" eaLnBrk="1" latinLnBrk="0" hangingPunct="1">
        <a:lnSpc>
          <a:spcPct val="90000"/>
        </a:lnSpc>
        <a:spcBef>
          <a:spcPts val="532"/>
        </a:spcBef>
        <a:buFont typeface="Arial" panose="020B0604020202020204" pitchFamily="34" charset="0"/>
        <a:buChar char="•"/>
        <a:defRPr sz="2126" kern="1200">
          <a:solidFill>
            <a:schemeClr val="tx1"/>
          </a:solidFill>
          <a:latin typeface="+mn-lt"/>
          <a:ea typeface="+mn-ea"/>
          <a:cs typeface="+mn-cs"/>
        </a:defRPr>
      </a:lvl3pPr>
      <a:lvl4pPr marL="1701013"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4pPr>
      <a:lvl5pPr marL="2187016"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5pPr>
      <a:lvl6pPr marL="2673020"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6pPr>
      <a:lvl7pPr marL="3159023"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7pPr>
      <a:lvl8pPr marL="3645027"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8pPr>
      <a:lvl9pPr marL="4131031" indent="-243002" algn="l" defTabSz="972007" rtl="0" eaLnBrk="1" latinLnBrk="0" hangingPunct="1">
        <a:lnSpc>
          <a:spcPct val="90000"/>
        </a:lnSpc>
        <a:spcBef>
          <a:spcPts val="532"/>
        </a:spcBef>
        <a:buFont typeface="Arial" panose="020B0604020202020204" pitchFamily="34" charset="0"/>
        <a:buChar char="•"/>
        <a:defRPr sz="1913" kern="1200">
          <a:solidFill>
            <a:schemeClr val="tx1"/>
          </a:solidFill>
          <a:latin typeface="+mn-lt"/>
          <a:ea typeface="+mn-ea"/>
          <a:cs typeface="+mn-cs"/>
        </a:defRPr>
      </a:lvl9pPr>
    </p:bodyStyle>
    <p:otherStyle>
      <a:defPPr>
        <a:defRPr lang="en-US"/>
      </a:defPPr>
      <a:lvl1pPr marL="0" algn="l" defTabSz="972007" rtl="0" eaLnBrk="1" latinLnBrk="0" hangingPunct="1">
        <a:defRPr sz="1913" kern="1200">
          <a:solidFill>
            <a:schemeClr val="tx1"/>
          </a:solidFill>
          <a:latin typeface="+mn-lt"/>
          <a:ea typeface="+mn-ea"/>
          <a:cs typeface="+mn-cs"/>
        </a:defRPr>
      </a:lvl1pPr>
      <a:lvl2pPr marL="486004" algn="l" defTabSz="972007" rtl="0" eaLnBrk="1" latinLnBrk="0" hangingPunct="1">
        <a:defRPr sz="1913" kern="1200">
          <a:solidFill>
            <a:schemeClr val="tx1"/>
          </a:solidFill>
          <a:latin typeface="+mn-lt"/>
          <a:ea typeface="+mn-ea"/>
          <a:cs typeface="+mn-cs"/>
        </a:defRPr>
      </a:lvl2pPr>
      <a:lvl3pPr marL="972007" algn="l" defTabSz="972007" rtl="0" eaLnBrk="1" latinLnBrk="0" hangingPunct="1">
        <a:defRPr sz="1913" kern="1200">
          <a:solidFill>
            <a:schemeClr val="tx1"/>
          </a:solidFill>
          <a:latin typeface="+mn-lt"/>
          <a:ea typeface="+mn-ea"/>
          <a:cs typeface="+mn-cs"/>
        </a:defRPr>
      </a:lvl3pPr>
      <a:lvl4pPr marL="1458011" algn="l" defTabSz="972007" rtl="0" eaLnBrk="1" latinLnBrk="0" hangingPunct="1">
        <a:defRPr sz="1913" kern="1200">
          <a:solidFill>
            <a:schemeClr val="tx1"/>
          </a:solidFill>
          <a:latin typeface="+mn-lt"/>
          <a:ea typeface="+mn-ea"/>
          <a:cs typeface="+mn-cs"/>
        </a:defRPr>
      </a:lvl4pPr>
      <a:lvl5pPr marL="1944014" algn="l" defTabSz="972007" rtl="0" eaLnBrk="1" latinLnBrk="0" hangingPunct="1">
        <a:defRPr sz="1913" kern="1200">
          <a:solidFill>
            <a:schemeClr val="tx1"/>
          </a:solidFill>
          <a:latin typeface="+mn-lt"/>
          <a:ea typeface="+mn-ea"/>
          <a:cs typeface="+mn-cs"/>
        </a:defRPr>
      </a:lvl5pPr>
      <a:lvl6pPr marL="2430018" algn="l" defTabSz="972007" rtl="0" eaLnBrk="1" latinLnBrk="0" hangingPunct="1">
        <a:defRPr sz="1913" kern="1200">
          <a:solidFill>
            <a:schemeClr val="tx1"/>
          </a:solidFill>
          <a:latin typeface="+mn-lt"/>
          <a:ea typeface="+mn-ea"/>
          <a:cs typeface="+mn-cs"/>
        </a:defRPr>
      </a:lvl6pPr>
      <a:lvl7pPr marL="2916022" algn="l" defTabSz="972007" rtl="0" eaLnBrk="1" latinLnBrk="0" hangingPunct="1">
        <a:defRPr sz="1913" kern="1200">
          <a:solidFill>
            <a:schemeClr val="tx1"/>
          </a:solidFill>
          <a:latin typeface="+mn-lt"/>
          <a:ea typeface="+mn-ea"/>
          <a:cs typeface="+mn-cs"/>
        </a:defRPr>
      </a:lvl7pPr>
      <a:lvl8pPr marL="3402025" algn="l" defTabSz="972007" rtl="0" eaLnBrk="1" latinLnBrk="0" hangingPunct="1">
        <a:defRPr sz="1913" kern="1200">
          <a:solidFill>
            <a:schemeClr val="tx1"/>
          </a:solidFill>
          <a:latin typeface="+mn-lt"/>
          <a:ea typeface="+mn-ea"/>
          <a:cs typeface="+mn-cs"/>
        </a:defRPr>
      </a:lvl8pPr>
      <a:lvl9pPr marL="3888029" algn="l" defTabSz="972007" rtl="0" eaLnBrk="1" latinLnBrk="0" hangingPunct="1">
        <a:defRPr sz="19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3379787" y="339923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Thursday</a:t>
            </a:r>
            <a:r>
              <a:rPr lang="en-IN" sz="2000" b="1">
                <a:solidFill>
                  <a:srgbClr val="FF0000"/>
                </a:solidFill>
                <a:latin typeface="Times New Roman" panose="02020603050405020304" pitchFamily="18" charset="0"/>
                <a:cs typeface="Times New Roman" panose="02020603050405020304" pitchFamily="18" charset="0"/>
              </a:rPr>
              <a:t>, September 23rd, </a:t>
            </a:r>
            <a:r>
              <a:rPr lang="en-IN" sz="2000" b="1" dirty="0">
                <a:solidFill>
                  <a:srgbClr val="FF0000"/>
                </a:solidFill>
                <a:latin typeface="Times New Roman" panose="02020603050405020304" pitchFamily="18" charset="0"/>
                <a:cs typeface="Times New Roman" panose="02020603050405020304" pitchFamily="18" charset="0"/>
              </a:rPr>
              <a:t>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220062696"/>
              </p:ext>
            </p:extLst>
          </p:nvPr>
        </p:nvGraphicFramePr>
        <p:xfrm>
          <a:off x="8577446" y="5429528"/>
          <a:ext cx="3702050" cy="97536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B Akhil Varma - 2420030141</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K. Vamsidhar - 2420030341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K.V.S. Jaswanth - 2420030467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422455" y="529657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08838424"/>
              </p:ext>
            </p:extLst>
          </p:nvPr>
        </p:nvGraphicFramePr>
        <p:xfrm>
          <a:off x="-411638" y="5305144"/>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826694" y="509356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6AC1C3D7-1A78-437F-8E79-FA9F45001D93}" type="datetime3">
              <a:rPr lang="en-US" b="1" smtClean="0"/>
              <a:t>4 October 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RTOS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1022350" y="1300286"/>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defRPr/>
            </a:pPr>
            <a:endParaRPr lang="en-US" sz="1400" b="1" dirty="0">
              <a:solidFill>
                <a:srgbClr val="C00000"/>
              </a:solidFill>
              <a:latin typeface="Times New Roman" panose="02020603050405020304" pitchFamily="18" charset="0"/>
              <a:cs typeface="Times New Roman" panose="02020603050405020304" pitchFamily="18" charset="0"/>
            </a:endParaRPr>
          </a:p>
          <a:p>
            <a:pPr algn="ctr" defTabSz="914400">
              <a:defRPr/>
            </a:pPr>
            <a:endParaRPr lang="en-US" sz="2800" b="1" dirty="0">
              <a:solidFill>
                <a:schemeClr val="bg1"/>
              </a:solidFill>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633555" y="531019"/>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1122363" y="1341877"/>
            <a:ext cx="10715625" cy="1508105"/>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SafeGuardian AI: Agentic Women Safety and Intelligent SOS Response Platform</a:t>
            </a:r>
            <a:br>
              <a:rPr lang="en-IN" sz="2800" b="1" dirty="0">
                <a:solidFill>
                  <a:schemeClr val="bg1"/>
                </a:solidFill>
                <a:latin typeface="Times New Roman" panose="02020603050405020304" pitchFamily="18" charset="0"/>
                <a:cs typeface="Times New Roman" panose="02020603050405020304" pitchFamily="18" charset="0"/>
              </a:rPr>
            </a:br>
            <a:endParaRPr lang="en-US" sz="3600" dirty="0">
              <a:solidFill>
                <a:schemeClr val="bg1"/>
              </a:solidFill>
              <a:latin typeface="Calibri" panose="020F0502020204030204"/>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1122363" y="277782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defTabSz="457200">
              <a:defRPr/>
            </a:pPr>
            <a:fld id="{ACBBD2AD-CA4B-40B7-B7F6-5A567EB7E4C0}" type="datetime3">
              <a:rPr lang="en-US">
                <a:solidFill>
                  <a:prstClr val="black">
                    <a:tint val="75000"/>
                  </a:prstClr>
                </a:solidFill>
                <a:latin typeface="Calibri" panose="020F0502020204030204"/>
              </a:rPr>
              <a:pPr defTabSz="457200">
                <a:defRPr/>
              </a:pPr>
              <a:t>4 October 2026</a:t>
            </a:fld>
            <a:endParaRPr lang="en-IN" dirty="0">
              <a:solidFill>
                <a:prstClr val="black">
                  <a:tint val="75000"/>
                </a:prstClr>
              </a:solidFill>
              <a:latin typeface="Calibri" panose="020F0502020204030204"/>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defTabSz="457200">
              <a:defRPr/>
            </a:pPr>
            <a:r>
              <a:rPr lang="en-IN" dirty="0">
                <a:solidFill>
                  <a:prstClr val="black">
                    <a:tint val="75000"/>
                  </a:prstClr>
                </a:solidFill>
                <a:latin typeface="Calibri" panose="020F0502020204030204"/>
              </a:rPr>
              <a:t>Ph.D. Viva Voce</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defTabSz="457200">
              <a:defRPr/>
            </a:pPr>
            <a:fld id="{5A3A418F-4DEE-4BB1-940B-1145D135750E}" type="slidenum">
              <a:rPr lang="en-IN">
                <a:solidFill>
                  <a:prstClr val="black">
                    <a:tint val="75000"/>
                  </a:prstClr>
                </a:solidFill>
                <a:latin typeface="Calibri" panose="020F0502020204030204"/>
              </a:rPr>
              <a:pPr defTabSz="457200">
                <a:defRPr/>
              </a:pPr>
              <a:t>2</a:t>
            </a:fld>
            <a:endParaRPr lang="en-IN" dirty="0">
              <a:solidFill>
                <a:prstClr val="black">
                  <a:tint val="75000"/>
                </a:prstClr>
              </a:solidFill>
              <a:latin typeface="Calibri" panose="020F0502020204030204"/>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405081" y="70456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457200">
              <a:defRPr/>
            </a:pPr>
            <a:r>
              <a:rPr lang="en-IN" sz="3600" b="1" dirty="0">
                <a:ln w="0"/>
                <a:solidFill>
                  <a:srgbClr val="4472C4"/>
                </a:solidFill>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385536" y="190901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Challenges</a:t>
              </a:r>
            </a:p>
            <a:p>
              <a:pPr marL="430213" indent="-342900" defTabSz="457200">
                <a:lnSpc>
                  <a:spcPct val="150000"/>
                </a:lnSpc>
                <a:buSzPts val="2520"/>
                <a:buFont typeface="Arial" panose="020B0604020202020204" pitchFamily="34" charset="0"/>
                <a:buChar char="•"/>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Research Objectives</a:t>
              </a:r>
            </a:p>
            <a:p>
              <a:pPr marL="430213" indent="-342900" defTabSz="457200">
                <a:lnSpc>
                  <a:spcPct val="150000"/>
                </a:lnSpc>
                <a:buSzPts val="2520"/>
                <a:buFont typeface="Arial" panose="020B0604020202020204" pitchFamily="34" charset="0"/>
                <a:buChar char="•"/>
                <a:tabLst>
                  <a:tab pos="444500" algn="l"/>
                </a:tabLst>
                <a:defRPr/>
              </a:pPr>
              <a:endParaRPr lang="en-US" sz="1800" b="1" dirty="0">
                <a:solidFill>
                  <a:prstClr val="black"/>
                </a:solidFill>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Conclusion &amp; Future Work</a:t>
              </a:r>
            </a:p>
            <a:p>
              <a:pPr marL="430213" indent="-342900" defTabSz="457200">
                <a:lnSpc>
                  <a:spcPct val="150000"/>
                </a:lnSpc>
                <a:spcBef>
                  <a:spcPts val="504"/>
                </a:spcBef>
                <a:buSzPts val="2520"/>
                <a:buFont typeface="Arial" panose="020B0604020202020204" pitchFamily="34" charset="0"/>
                <a:buChar char="•"/>
                <a:tabLst>
                  <a:tab pos="444500" algn="l"/>
                </a:tabLst>
                <a:defRPr/>
              </a:pPr>
              <a:endParaRPr lang="en-US" sz="1800" b="1" dirty="0">
                <a:solidFill>
                  <a:prstClr val="black"/>
                </a:solidFill>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2000" b="1" dirty="0">
                  <a:solidFill>
                    <a:prstClr val="white"/>
                  </a:solidFill>
                  <a:latin typeface="Times New Roman" pitchFamily="18" charset="0"/>
                  <a:ea typeface="Calibri"/>
                  <a:cs typeface="Times New Roman" pitchFamily="18" charset="0"/>
                  <a:sym typeface="Calibri"/>
                </a:rPr>
                <a:t>References</a:t>
              </a:r>
              <a:br>
                <a:rPr lang="en-US" sz="1800" b="1" dirty="0">
                  <a:solidFill>
                    <a:prstClr val="white"/>
                  </a:solidFill>
                  <a:latin typeface="Times New Roman" pitchFamily="18" charset="0"/>
                  <a:ea typeface="Calibri"/>
                  <a:cs typeface="Times New Roman" pitchFamily="18" charset="0"/>
                  <a:sym typeface="Calibri"/>
                </a:rPr>
              </a:br>
              <a:endParaRPr lang="en-US" sz="1800" b="1" dirty="0">
                <a:solidFill>
                  <a:prstClr val="white"/>
                </a:solidFill>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spcBef>
                  <a:spcPts val="504"/>
                </a:spcBef>
                <a:buSzPts val="2520"/>
                <a:buFont typeface="Arial" panose="020B0604020202020204" pitchFamily="34" charset="0"/>
                <a:buChar char="•"/>
                <a:tabLst>
                  <a:tab pos="444500" algn="l"/>
                </a:tabLst>
                <a:defRPr/>
              </a:pPr>
              <a:r>
                <a:rPr lang="en-US" sz="1800" b="1" dirty="0">
                  <a:solidFill>
                    <a:prstClr val="white"/>
                  </a:solidFill>
                  <a:latin typeface="Times New Roman" pitchFamily="18" charset="0"/>
                  <a:ea typeface="Calibri"/>
                  <a:cs typeface="Times New Roman" pitchFamily="18" charset="0"/>
                  <a:sym typeface="Calibri"/>
                </a:rPr>
                <a:t>Publications Details</a:t>
              </a:r>
            </a:p>
            <a:p>
              <a:pPr marL="430213" indent="-342900" defTabSz="457200">
                <a:lnSpc>
                  <a:spcPct val="150000"/>
                </a:lnSpc>
                <a:spcBef>
                  <a:spcPts val="504"/>
                </a:spcBef>
                <a:buSzPts val="2520"/>
                <a:buFont typeface="Arial" panose="020B0604020202020204" pitchFamily="34" charset="0"/>
                <a:buChar char="•"/>
                <a:tabLst>
                  <a:tab pos="444500" algn="l"/>
                </a:tabLst>
                <a:defRPr/>
              </a:pPr>
              <a:endParaRPr lang="en-US" sz="100" b="1" dirty="0">
                <a:solidFill>
                  <a:prstClr val="white"/>
                </a:solidFill>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indent="-342900">
                <a:lnSpc>
                  <a:spcPct val="150000"/>
                </a:lnSpc>
                <a:spcBef>
                  <a:spcPts val="0"/>
                </a:spcBef>
                <a:buSzPts val="2520"/>
                <a:tabLst>
                  <a:tab pos="444500" algn="l"/>
                </a:tabLst>
                <a:defRPr/>
              </a:pPr>
              <a:r>
                <a:rPr lang="en-US" sz="2000" b="1" dirty="0">
                  <a:solidFill>
                    <a:prstClr val="white"/>
                  </a:solidFill>
                  <a:latin typeface="Times New Roman" pitchFamily="18" charset="0"/>
                  <a:ea typeface="Calibri"/>
                  <a:cs typeface="Times New Roman" pitchFamily="18" charset="0"/>
                  <a:sym typeface="Calibri"/>
                </a:rPr>
                <a:t>Focus</a:t>
              </a: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504"/>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00000"/>
                </a:lnSpc>
                <a:spcBef>
                  <a:spcPts val="0"/>
                </a:spcBef>
                <a:defRPr/>
              </a:pPr>
              <a:endParaRPr lang="en-IN" sz="2400" dirty="0">
                <a:solidFill>
                  <a:prstClr val="black"/>
                </a:solidFill>
                <a:latin typeface="Times New Roman" panose="02020603050405020304" pitchFamily="18" charset="0"/>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indent="-342900">
                <a:lnSpc>
                  <a:spcPct val="150000"/>
                </a:lnSpc>
                <a:spcBef>
                  <a:spcPts val="0"/>
                </a:spcBef>
                <a:buSzPts val="2520"/>
                <a:tabLst>
                  <a:tab pos="444500" algn="l"/>
                </a:tabLst>
                <a:defRPr/>
              </a:pPr>
              <a:r>
                <a:rPr lang="en-US" sz="2000" b="1" dirty="0">
                  <a:solidFill>
                    <a:prstClr val="white"/>
                  </a:solidFill>
                  <a:latin typeface="Times New Roman" pitchFamily="18" charset="0"/>
                  <a:ea typeface="Calibri"/>
                  <a:cs typeface="Times New Roman" pitchFamily="18" charset="0"/>
                  <a:sym typeface="Calibri"/>
                </a:rPr>
                <a:t>Introduction</a:t>
              </a: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0"/>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marL="430213" indent="-342900">
                <a:lnSpc>
                  <a:spcPct val="150000"/>
                </a:lnSpc>
                <a:spcBef>
                  <a:spcPts val="504"/>
                </a:spcBef>
                <a:buSzPts val="2520"/>
                <a:tabLst>
                  <a:tab pos="444500" algn="l"/>
                </a:tabLst>
                <a:defRPr/>
              </a:pPr>
              <a:endParaRPr lang="en-US" sz="2000" b="1"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30000"/>
                </a:lnSpc>
                <a:spcBef>
                  <a:spcPts val="504"/>
                </a:spcBef>
                <a:buSzPts val="2520"/>
                <a:defRPr/>
              </a:pPr>
              <a:endParaRPr lang="en-US" sz="2200" dirty="0">
                <a:solidFill>
                  <a:prstClr val="black"/>
                </a:solidFill>
                <a:latin typeface="Times New Roman" pitchFamily="18" charset="0"/>
                <a:ea typeface="Calibri"/>
                <a:cs typeface="Times New Roman" pitchFamily="18" charset="0"/>
                <a:sym typeface="Calibri"/>
              </a:endParaRPr>
            </a:p>
            <a:p>
              <a:pPr>
                <a:lnSpc>
                  <a:spcPct val="100000"/>
                </a:lnSpc>
                <a:spcBef>
                  <a:spcPts val="0"/>
                </a:spcBef>
                <a:defRPr/>
              </a:pPr>
              <a:endParaRPr lang="en-IN" sz="2400" dirty="0">
                <a:solidFill>
                  <a:prstClr val="black"/>
                </a:solidFill>
                <a:latin typeface="Times New Roman" panose="02020603050405020304" pitchFamily="18" charset="0"/>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indent="-342900" defTabSz="457200">
                <a:lnSpc>
                  <a:spcPct val="150000"/>
                </a:lnSpc>
                <a:buSzPts val="2520"/>
                <a:buFont typeface="Arial" panose="020B0604020202020204" pitchFamily="34" charset="0"/>
                <a:buChar char="•"/>
                <a:tabLst>
                  <a:tab pos="444500" algn="l"/>
                </a:tabLst>
                <a:defRPr/>
              </a:pPr>
              <a:r>
                <a:rPr lang="en-US" sz="2040" b="1" dirty="0">
                  <a:solidFill>
                    <a:prstClr val="white"/>
                  </a:solidFill>
                  <a:latin typeface="Times New Roman" pitchFamily="18" charset="0"/>
                  <a:ea typeface="Calibri"/>
                  <a:cs typeface="Times New Roman" pitchFamily="18" charset="0"/>
                  <a:sym typeface="Calibri"/>
                </a:rPr>
                <a:t>Literature Survey</a:t>
              </a:r>
              <a:endParaRPr lang="en-US" sz="2040" b="1" dirty="0">
                <a:solidFill>
                  <a:prstClr val="black"/>
                </a:solidFill>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25685" y="64643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633555" y="531019"/>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4376072" y="101325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2" name="TextBox 1">
            <a:extLst>
              <a:ext uri="{FF2B5EF4-FFF2-40B4-BE49-F238E27FC236}">
                <a16:creationId xmlns:a16="http://schemas.microsoft.com/office/drawing/2014/main" id="{24DB2C64-D54D-FB62-DA7F-EAD0CDF07BDB}"/>
              </a:ext>
            </a:extLst>
          </p:cNvPr>
          <p:cNvSpPr txBox="1"/>
          <p:nvPr/>
        </p:nvSpPr>
        <p:spPr>
          <a:xfrm>
            <a:off x="2361235" y="2458142"/>
            <a:ext cx="8368497" cy="3128421"/>
          </a:xfrm>
          <a:prstGeom prst="rect">
            <a:avLst/>
          </a:prstGeom>
          <a:noFill/>
        </p:spPr>
        <p:txBody>
          <a:bodyPr wrap="square" rtlCol="0">
            <a:spAutoFit/>
          </a:bodyPr>
          <a:lstStyle/>
          <a:p>
            <a:r>
              <a:rPr lang="en-IN" dirty="0"/>
              <a:t>Women’s safety remains a major concern in today’s world, particularly during situations involving harassment, stalking, unsafe surroundings, or emergencies. Existing safety applications mainly depend on manual SOS activation, basic location sharing, and predefined emergency contacts, which may not be sufficient when a user is unable to interact with the phone or when the surrounding risk needs to be assessed. There is a need for an intelligent safety platform that can combine rapid SOS activation, real-time location monitoring, AI-based threat detection, risk assessment, and coordinated emergency response to provide faster and more context-aware assistance.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432175" y="100018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E61F2342-2C93-CB4A-BC51-980EDF9CCA5B}"/>
              </a:ext>
            </a:extLst>
          </p:cNvPr>
          <p:cNvSpPr txBox="1"/>
          <p:nvPr/>
        </p:nvSpPr>
        <p:spPr>
          <a:xfrm>
            <a:off x="2134318" y="2458143"/>
            <a:ext cx="8603225" cy="3432030"/>
          </a:xfrm>
          <a:prstGeom prst="rect">
            <a:avLst/>
          </a:prstGeom>
          <a:noFill/>
        </p:spPr>
        <p:txBody>
          <a:bodyPr wrap="square" rtlCol="0">
            <a:spAutoFit/>
          </a:bodyPr>
          <a:lstStyle/>
          <a:p>
            <a:r>
              <a:rPr lang="en-IN" b="1" dirty="0"/>
              <a:t>To make this application:</a:t>
            </a:r>
          </a:p>
          <a:p>
            <a:pPr lvl="0"/>
            <a:r>
              <a:rPr lang="en-IN" dirty="0"/>
              <a:t>1. Develop a secure personal safety and emergency-response system.</a:t>
            </a:r>
          </a:p>
          <a:p>
            <a:pPr lvl="0"/>
            <a:r>
              <a:rPr lang="en-IN" dirty="0"/>
              <a:t>2. Provide user registration and authenticated login.</a:t>
            </a:r>
          </a:p>
          <a:p>
            <a:pPr lvl="0"/>
            <a:r>
              <a:rPr lang="en-IN" dirty="0"/>
              <a:t>3. Allow users to manage trusted emergency contacts.</a:t>
            </a:r>
          </a:p>
          <a:p>
            <a:pPr lvl="0"/>
            <a:r>
              <a:rPr lang="en-IN" dirty="0"/>
              <a:t>4. Enable one-click SOS activation during emergencies.</a:t>
            </a:r>
          </a:p>
          <a:p>
            <a:pPr lvl="0"/>
            <a:r>
              <a:rPr lang="en-IN" dirty="0"/>
              <a:t>5. Capture and associate the user's current location with the SOS.</a:t>
            </a:r>
          </a:p>
          <a:p>
            <a:pPr lvl="0"/>
            <a:r>
              <a:rPr lang="en-IN" dirty="0"/>
              <a:t>6. Automatically create emergency notification records.</a:t>
            </a:r>
          </a:p>
          <a:p>
            <a:pPr lvl="0"/>
            <a:r>
              <a:rPr lang="en-IN" dirty="0"/>
              <a:t>7. Process pending notifications using a background notification worker.</a:t>
            </a:r>
          </a:p>
          <a:p>
            <a:pPr lvl="0"/>
            <a:r>
              <a:rPr lang="en-IN" dirty="0"/>
              <a:t>8. Deliver emergency alerts to saved contacts through email.</a:t>
            </a:r>
          </a:p>
          <a:p>
            <a:pPr lvl="0"/>
            <a:r>
              <a:rPr lang="en-IN" dirty="0"/>
              <a:t>9. Maintain SOS status, resolution and emergency history.</a:t>
            </a:r>
          </a:p>
          <a:p>
            <a:pPr lvl="0"/>
            <a:endParaRPr lang="en-IN"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165498288"/>
              </p:ext>
            </p:extLst>
          </p:nvPr>
        </p:nvGraphicFramePr>
        <p:xfrm>
          <a:off x="0" y="896720"/>
          <a:ext cx="12960350" cy="6610207"/>
        </p:xfrm>
        <a:graphic>
          <a:graphicData uri="http://schemas.openxmlformats.org/drawingml/2006/table">
            <a:tbl>
              <a:tblPr firstRow="1" lastCol="1" bandRow="1">
                <a:tableStyleId>{BC89EF96-8CEA-46FF-86C4-4CE0E7609802}</a:tableStyleId>
              </a:tblPr>
              <a:tblGrid>
                <a:gridCol w="1212252">
                  <a:extLst>
                    <a:ext uri="{9D8B030D-6E8A-4147-A177-3AD203B41FA5}">
                      <a16:colId xmlns:a16="http://schemas.microsoft.com/office/drawing/2014/main" val="20001"/>
                    </a:ext>
                  </a:extLst>
                </a:gridCol>
                <a:gridCol w="2532790">
                  <a:extLst>
                    <a:ext uri="{9D8B030D-6E8A-4147-A177-3AD203B41FA5}">
                      <a16:colId xmlns:a16="http://schemas.microsoft.com/office/drawing/2014/main" val="20002"/>
                    </a:ext>
                  </a:extLst>
                </a:gridCol>
                <a:gridCol w="2756339">
                  <a:extLst>
                    <a:ext uri="{9D8B030D-6E8A-4147-A177-3AD203B41FA5}">
                      <a16:colId xmlns:a16="http://schemas.microsoft.com/office/drawing/2014/main" val="20003"/>
                    </a:ext>
                  </a:extLst>
                </a:gridCol>
                <a:gridCol w="3268932">
                  <a:extLst>
                    <a:ext uri="{9D8B030D-6E8A-4147-A177-3AD203B41FA5}">
                      <a16:colId xmlns:a16="http://schemas.microsoft.com/office/drawing/2014/main" val="20004"/>
                    </a:ext>
                  </a:extLst>
                </a:gridCol>
                <a:gridCol w="3190037">
                  <a:extLst>
                    <a:ext uri="{9D8B030D-6E8A-4147-A177-3AD203B41FA5}">
                      <a16:colId xmlns:a16="http://schemas.microsoft.com/office/drawing/2014/main" val="1396003017"/>
                    </a:ext>
                  </a:extLst>
                </a:gridCol>
              </a:tblGrid>
              <a:tr h="335168">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332265">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Harikiran et al. (2016)</a:t>
                      </a:r>
                    </a:p>
                  </a:txBody>
                  <a:tcPr/>
                </a:tc>
                <a:tc>
                  <a:txBody>
                    <a:bodyPr/>
                    <a:lstStyle/>
                    <a:p>
                      <a:r>
                        <a:rPr lang="en-US" sz="1400" b="0" i="0" u="none" strike="noStrike" kern="1200" dirty="0">
                          <a:solidFill>
                            <a:srgbClr val="FF0000"/>
                          </a:solidFill>
                          <a:effectLst/>
                          <a:latin typeface="Times New Roman" panose="02020603050405020304" pitchFamily="18" charset="0"/>
                          <a:ea typeface="+mn-ea"/>
                          <a:cs typeface="Times New Roman" panose="02020603050405020304" pitchFamily="18" charset="0"/>
                        </a:rPr>
                        <a:t>Smart Security Solution for Women Based on Internet of Things (IoT)</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1" i="0" kern="1200" dirty="0">
                          <a:solidFill>
                            <a:srgbClr val="FF0000"/>
                          </a:solidFill>
                          <a:effectLst/>
                          <a:latin typeface="Times New Roman" panose="02020603050405020304" pitchFamily="18" charset="0"/>
                          <a:ea typeface="+mn-ea"/>
                          <a:cs typeface="Times New Roman" panose="02020603050405020304" pitchFamily="18" charset="0"/>
                        </a:rPr>
                        <a:t>IoT-based safety device, automatic sensing, communication with nearby people/police</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how IoT can support automatic emergency detection and rapid assistance.</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Primarily focuses on IoT/device-based safety rather than AI-driven contextual decision-making and coordinated software agents.</a:t>
                      </a:r>
                    </a:p>
                  </a:txBody>
                  <a:tcPr/>
                </a:tc>
                <a:extLst>
                  <a:ext uri="{0D108BD9-81ED-4DB2-BD59-A6C34878D82A}">
                    <a16:rowId xmlns:a16="http://schemas.microsoft.com/office/drawing/2014/main" val="3714155954"/>
                  </a:ext>
                </a:extLst>
              </a:tr>
              <a:tr h="1369437">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Eisenhut et al. (2020)</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Mobile Applications Addressing Violence Against Women: A Systematic Review</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Systematic review of 327 relevant applications; 171 included and categorized into emergency, avoidance, education, reporting/evidence, and support</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Found that </a:t>
                      </a:r>
                      <a:r>
                        <a:rPr lang="en-IN" sz="14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46.78%</a:t>
                      </a:r>
                      <a:r>
                        <a:rPr lang="en-IN" sz="14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of reviewed apps primarily provided emergency functions, showing that current solutions are heavily oriented toward one-time emergency response.</a:t>
                      </a:r>
                      <a:endParaRPr lang="en-US" sz="1400" b="0" i="0" u="none" kern="1200" dirty="0">
                        <a:solidFill>
                          <a:srgbClr val="FF0000"/>
                        </a:solidFill>
                        <a:effectLst/>
                        <a:latin typeface="Times New Roman" panose="02020603050405020304" pitchFamily="18" charset="0"/>
                        <a:ea typeface="Tahoma" panose="020B0604030504040204" pitchFamily="34" charset="0"/>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0" dirty="0">
                          <a:solidFill>
                            <a:srgbClr val="FF0000"/>
                          </a:solidFill>
                          <a:latin typeface="Times New Roman" panose="02020603050405020304" pitchFamily="18" charset="0"/>
                          <a:cs typeface="Times New Roman" panose="02020603050405020304" pitchFamily="18" charset="0"/>
                        </a:rPr>
                        <a:t>Highlights the need for further research into prevention, safety, efficacy, sustainability, and data security.</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170402">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Akram et al. (2020)</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Design of a Smart Safety Device for Women using IoT</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IoT safety device with fingerprint verification, automatic alerting, location support, messaging and mobile application</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Demonstrates integration of IoT sensing, automatic alerts, location information and communication for women's safety.</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Hardware-oriented approach; does not provide a unified agentic AI architecture for threat assessment and intelligent response.</a:t>
                      </a:r>
                    </a:p>
                  </a:txBody>
                  <a:tcPr/>
                </a:tc>
                <a:extLst>
                  <a:ext uri="{0D108BD9-81ED-4DB2-BD59-A6C34878D82A}">
                    <a16:rowId xmlns:a16="http://schemas.microsoft.com/office/drawing/2014/main" val="2841575018"/>
                  </a:ext>
                </a:extLst>
              </a:tr>
              <a:tr h="1185090">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Doria et al. (2021)</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Women’s Experiences of Safety Apps for Sexualized Violence: A Narrative Scoping Review</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Systematic search and review of studies concerning women's experiences with safety applications</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Identified important themes including security, accessibility and knowledge, showing that usability and user experience are important alongside technical features.</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Further research is required to address identified gaps and improve the effectiveness and usability of safety applications.</a:t>
                      </a:r>
                    </a:p>
                  </a:txBody>
                  <a:tcPr/>
                </a:tc>
                <a:extLst>
                  <a:ext uri="{0D108BD9-81ED-4DB2-BD59-A6C34878D82A}">
                    <a16:rowId xmlns:a16="http://schemas.microsoft.com/office/drawing/2014/main" val="1371010118"/>
                  </a:ext>
                </a:extLst>
              </a:tr>
              <a:tr h="1185090">
                <a:tc>
                  <a:txBody>
                    <a:bodyPr/>
                    <a:lstStyle/>
                    <a:p>
                      <a:pPr marL="0" algn="l" defTabSz="914400" rtl="0" eaLnBrk="1" latinLnBrk="0" hangingPunct="1"/>
                      <a:r>
                        <a:rPr lang="en-IN" sz="1400" b="0" i="0" u="none" kern="1200" dirty="0">
                          <a:solidFill>
                            <a:srgbClr val="FF0000"/>
                          </a:solidFill>
                          <a:effectLst/>
                          <a:latin typeface="Times New Roman" panose="02020603050405020304" pitchFamily="18" charset="0"/>
                          <a:ea typeface="+mn-ea"/>
                          <a:cs typeface="Times New Roman" panose="02020603050405020304" pitchFamily="18" charset="0"/>
                        </a:rPr>
                        <a:t>Naaz et al. (2026)</a:t>
                      </a:r>
                    </a:p>
                  </a:txBody>
                  <a:tcPr/>
                </a:tc>
                <a:tc>
                  <a:txBody>
                    <a:bodyPr/>
                    <a:lstStyle/>
                    <a:p>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rPr>
                        <a:t>Comprehensive Review on Women Safety Technologies: Indian Perspective</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rgbClr val="FF0000"/>
                          </a:solidFill>
                          <a:effectLst/>
                          <a:latin typeface="Times New Roman" panose="02020603050405020304" pitchFamily="18" charset="0"/>
                          <a:cs typeface="Times New Roman" panose="02020603050405020304" pitchFamily="18" charset="0"/>
                        </a:rPr>
                        <a:t>Structured review of women's safety technologies including mobile applications, GPS, IoT, wearables, surveillance and ML</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Identifies existing technologies and emphasizes the importance of contextual relevance, accessibility, affordability and improved integration.</a:t>
                      </a:r>
                    </a:p>
                  </a:txBody>
                  <a:tcPr/>
                </a:tc>
                <a:tc>
                  <a:txBody>
                    <a:bodyPr/>
                    <a:lstStyle/>
                    <a:p>
                      <a:pPr marL="285750" indent="-285750" algn="l" defTabSz="914400" rtl="0" eaLnBrk="1" latinLnBrk="0" hangingPunct="1">
                        <a:buFont typeface="Arial" panose="020B0604020202020204" pitchFamily="34" charset="0"/>
                        <a:buChar char="•"/>
                      </a:pPr>
                      <a:r>
                        <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rPr>
                        <a:t>Identifies gaps in comprehensive evaluation, Indian-context research, awareness and real-world adoption.</a:t>
                      </a:r>
                    </a:p>
                  </a:txBody>
                  <a:tcPr/>
                </a:tc>
                <a:extLst>
                  <a:ext uri="{0D108BD9-81ED-4DB2-BD59-A6C34878D82A}">
                    <a16:rowId xmlns:a16="http://schemas.microsoft.com/office/drawing/2014/main" val="1035516894"/>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944740" y="331876"/>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022A9A8C-9B92-4D48-A6C8-6870D9F00B9F}" type="datetime3">
              <a:rPr lang="en-US" smtClean="0"/>
              <a:t>4 October 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633555" y="183777"/>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432175" y="1131098"/>
            <a:ext cx="6096000" cy="646331"/>
          </a:xfrm>
          <a:prstGeom prst="rect">
            <a:avLst/>
          </a:prstGeom>
          <a:noFill/>
        </p:spPr>
        <p:txBody>
          <a:bodyPr wrap="square">
            <a:spAutoFit/>
          </a:bodyPr>
          <a:lstStyle/>
          <a:p>
            <a:pPr algn="ctr"/>
            <a:r>
              <a:rPr lang="en-US" sz="3600" b="1" dirty="0"/>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89C9E29D-303F-64DA-A1B8-0C49BB57BB7D}"/>
              </a:ext>
            </a:extLst>
          </p:cNvPr>
          <p:cNvSpPr txBox="1"/>
          <p:nvPr/>
        </p:nvSpPr>
        <p:spPr>
          <a:xfrm>
            <a:off x="1655180" y="2458142"/>
            <a:ext cx="9248171" cy="2521203"/>
          </a:xfrm>
          <a:prstGeom prst="rect">
            <a:avLst/>
          </a:prstGeom>
          <a:noFill/>
        </p:spPr>
        <p:txBody>
          <a:bodyPr wrap="square" rtlCol="0">
            <a:spAutoFit/>
          </a:bodyPr>
          <a:lstStyle/>
          <a:p>
            <a:r>
              <a:rPr lang="en-IN" dirty="0"/>
              <a:t>Existing emergency-response systems provide important features such as SOS activation, location sharing and emergency-contact notification, but these capabilities are often implemented as separate functions. There is a need for a lightweight and integrated system that connects authentication, emergency-contact management, location-aware SOS activation, notification queuing and automated alert delivery into a single workflow. </a:t>
            </a:r>
            <a:r>
              <a:rPr lang="en-IN" dirty="0" err="1"/>
              <a:t>SafeGuardian</a:t>
            </a:r>
            <a:r>
              <a:rPr lang="en-IN" dirty="0"/>
              <a:t> addresses this gap by combining these components with an asynchronous notification worker, allowing emergency events to be created independently from the actual notification-delivery process.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2277236" y="109837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58459980-33B3-54D3-7810-419DD0D2261D}"/>
              </a:ext>
            </a:extLst>
          </p:cNvPr>
          <p:cNvSpPr txBox="1"/>
          <p:nvPr/>
        </p:nvSpPr>
        <p:spPr>
          <a:xfrm>
            <a:off x="858737" y="1879286"/>
            <a:ext cx="11040038" cy="3735638"/>
          </a:xfrm>
          <a:prstGeom prst="rect">
            <a:avLst/>
          </a:prstGeom>
          <a:noFill/>
        </p:spPr>
        <p:txBody>
          <a:bodyPr wrap="square">
            <a:spAutoFit/>
          </a:bodyPr>
          <a:lstStyle/>
          <a:p>
            <a:pPr lvl="0"/>
            <a:r>
              <a:rPr lang="en-IN" b="1" dirty="0"/>
              <a:t>Integrated Emergency Workflow</a:t>
            </a:r>
            <a:r>
              <a:rPr lang="en-IN" dirty="0"/>
              <a:t> — combines authentication, contacts, SOS, location and notifications.</a:t>
            </a:r>
          </a:p>
          <a:p>
            <a:pPr lvl="0"/>
            <a:r>
              <a:rPr lang="en-IN" b="1" dirty="0"/>
              <a:t>Asynchronous Notification Processing</a:t>
            </a:r>
            <a:r>
              <a:rPr lang="en-IN" dirty="0"/>
              <a:t> — separates SOS creation from email delivery using a background worker.</a:t>
            </a:r>
          </a:p>
          <a:p>
            <a:pPr lvl="0"/>
            <a:r>
              <a:rPr lang="en-IN" b="1" dirty="0"/>
              <a:t>User-Specific Emergency Contacts</a:t>
            </a:r>
            <a:r>
              <a:rPr lang="en-IN" dirty="0"/>
              <a:t> — each user's contacts are securely associated with their account.</a:t>
            </a:r>
          </a:p>
          <a:p>
            <a:pPr lvl="0"/>
            <a:r>
              <a:rPr lang="en-IN" b="1" dirty="0"/>
              <a:t>Location-Aware SOS</a:t>
            </a:r>
            <a:r>
              <a:rPr lang="en-IN" dirty="0"/>
              <a:t> — captures latitude and longitude when an emergency is triggered.</a:t>
            </a:r>
          </a:p>
          <a:p>
            <a:pPr lvl="0"/>
            <a:r>
              <a:rPr lang="en-IN" b="1" dirty="0"/>
              <a:t>Notification Queue</a:t>
            </a:r>
            <a:r>
              <a:rPr lang="en-IN" dirty="0"/>
              <a:t> — pending notifications are stored before delivery.</a:t>
            </a:r>
          </a:p>
          <a:p>
            <a:pPr lvl="0"/>
            <a:r>
              <a:rPr lang="en-IN" b="1" dirty="0"/>
              <a:t>Delivery Tracking</a:t>
            </a:r>
            <a:r>
              <a:rPr lang="en-IN" dirty="0"/>
              <a:t> — notification status and </a:t>
            </a:r>
            <a:r>
              <a:rPr lang="en-IN" dirty="0" err="1"/>
              <a:t>sent_at</a:t>
            </a:r>
            <a:r>
              <a:rPr lang="en-IN" dirty="0"/>
              <a:t> timestamps are maintained.</a:t>
            </a:r>
          </a:p>
          <a:p>
            <a:pPr lvl="0"/>
            <a:r>
              <a:rPr lang="en-IN" b="1" dirty="0"/>
              <a:t>SOS Lifecycle Management</a:t>
            </a:r>
            <a:r>
              <a:rPr lang="en-IN" dirty="0"/>
              <a:t> — supports active, resolved and historical emergency records.</a:t>
            </a:r>
          </a:p>
          <a:p>
            <a:pPr lvl="0"/>
            <a:r>
              <a:rPr lang="en-IN" b="1" dirty="0"/>
              <a:t>Lightweight Architecture</a:t>
            </a:r>
            <a:r>
              <a:rPr lang="en-IN" dirty="0"/>
              <a:t> — built using web technologies without requiring a large distributed infrastructure.</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999555" y="1082077"/>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6" name="TextBox 5">
            <a:extLst>
              <a:ext uri="{FF2B5EF4-FFF2-40B4-BE49-F238E27FC236}">
                <a16:creationId xmlns:a16="http://schemas.microsoft.com/office/drawing/2014/main" id="{0CA9ABCB-D488-0799-4FFF-92D3DBBD5EF8}"/>
              </a:ext>
            </a:extLst>
          </p:cNvPr>
          <p:cNvSpPr txBox="1"/>
          <p:nvPr/>
        </p:nvSpPr>
        <p:spPr>
          <a:xfrm>
            <a:off x="777717" y="1997702"/>
            <a:ext cx="10982164" cy="1913985"/>
          </a:xfrm>
          <a:prstGeom prst="rect">
            <a:avLst/>
          </a:prstGeom>
          <a:noFill/>
        </p:spPr>
        <p:txBody>
          <a:bodyPr wrap="square">
            <a:spAutoFit/>
          </a:bodyPr>
          <a:lstStyle/>
          <a:p>
            <a:pPr lvl="0"/>
            <a:r>
              <a:rPr lang="en-IN" b="1" dirty="0"/>
              <a:t>Technical:</a:t>
            </a:r>
            <a:r>
              <a:rPr lang="en-IN" dirty="0"/>
              <a:t> Uses well-established technologies such as JavaScript, Node.js, Express.js and PostgreSQL.</a:t>
            </a:r>
          </a:p>
          <a:p>
            <a:pPr lvl="0"/>
            <a:r>
              <a:rPr lang="en-IN" b="1" dirty="0"/>
              <a:t>Operational:</a:t>
            </a:r>
            <a:r>
              <a:rPr lang="en-IN" dirty="0"/>
              <a:t> Simple browser-based interface makes the system easy to operate.</a:t>
            </a:r>
          </a:p>
          <a:p>
            <a:pPr lvl="0"/>
            <a:r>
              <a:rPr lang="en-IN" b="1" dirty="0"/>
              <a:t>Financial:</a:t>
            </a:r>
            <a:r>
              <a:rPr lang="en-IN" dirty="0"/>
              <a:t> Uses open-source technologies and existing development tools.</a:t>
            </a:r>
          </a:p>
          <a:p>
            <a:pPr lvl="0"/>
            <a:r>
              <a:rPr lang="en-IN" b="1" dirty="0"/>
              <a:t>Scalability:</a:t>
            </a:r>
            <a:r>
              <a:rPr lang="en-IN" dirty="0"/>
              <a:t> Notification processing is separated from the main application through a worker.</a:t>
            </a:r>
          </a:p>
          <a:p>
            <a:pPr lvl="0"/>
            <a:r>
              <a:rPr lang="en-IN" b="1" dirty="0"/>
              <a:t>Maintainability:</a:t>
            </a:r>
            <a:r>
              <a:rPr lang="en-IN" dirty="0"/>
              <a:t> Modular backend routes, middleware, services and worker components.</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91612-8A8C-6437-F449-8E93DD1BFD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2ACF04-36E9-34C0-E242-B9DAECFAA47B}"/>
              </a:ext>
            </a:extLst>
          </p:cNvPr>
          <p:cNvSpPr txBox="1"/>
          <p:nvPr/>
        </p:nvSpPr>
        <p:spPr>
          <a:xfrm>
            <a:off x="2999555" y="45704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8E49C154-EF04-B366-2A3F-6DF3979325D3}"/>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6" name="TextBox 5">
            <a:extLst>
              <a:ext uri="{FF2B5EF4-FFF2-40B4-BE49-F238E27FC236}">
                <a16:creationId xmlns:a16="http://schemas.microsoft.com/office/drawing/2014/main" id="{1FE4B29F-15EF-FD18-959D-EECC79037F4D}"/>
              </a:ext>
            </a:extLst>
          </p:cNvPr>
          <p:cNvSpPr txBox="1"/>
          <p:nvPr/>
        </p:nvSpPr>
        <p:spPr>
          <a:xfrm>
            <a:off x="777717" y="1893529"/>
            <a:ext cx="10982164" cy="395942"/>
          </a:xfrm>
          <a:prstGeom prst="rect">
            <a:avLst/>
          </a:prstGeom>
          <a:noFill/>
        </p:spPr>
        <p:txBody>
          <a:bodyPr wrap="square">
            <a:spAutoFit/>
          </a:bodyPr>
          <a:lstStyle/>
          <a:p>
            <a:r>
              <a:rPr lang="en-IN" b="1" dirty="0"/>
              <a:t>Time Feasibility</a:t>
            </a:r>
          </a:p>
        </p:txBody>
      </p:sp>
      <p:graphicFrame>
        <p:nvGraphicFramePr>
          <p:cNvPr id="8" name="Diagram 7">
            <a:extLst>
              <a:ext uri="{FF2B5EF4-FFF2-40B4-BE49-F238E27FC236}">
                <a16:creationId xmlns:a16="http://schemas.microsoft.com/office/drawing/2014/main" id="{0AFC70EA-4B2E-A00C-2F40-EAA838D7B66B}"/>
              </a:ext>
            </a:extLst>
          </p:cNvPr>
          <p:cNvGraphicFramePr/>
          <p:nvPr>
            <p:extLst>
              <p:ext uri="{D42A27DB-BD31-4B8C-83A1-F6EECF244321}">
                <p14:modId xmlns:p14="http://schemas.microsoft.com/office/powerpoint/2010/main" val="3088672712"/>
              </p:ext>
            </p:extLst>
          </p:nvPr>
        </p:nvGraphicFramePr>
        <p:xfrm>
          <a:off x="-23147" y="1562582"/>
          <a:ext cx="12766874" cy="5826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1216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6E65-1005-6A82-CB40-52515040B48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9AFEA0-1A83-5DC7-EB1E-A868D51CCB2E}"/>
              </a:ext>
            </a:extLst>
          </p:cNvPr>
          <p:cNvSpPr txBox="1"/>
          <p:nvPr/>
        </p:nvSpPr>
        <p:spPr>
          <a:xfrm>
            <a:off x="2277236" y="262993"/>
            <a:ext cx="8405879" cy="646331"/>
          </a:xfrm>
          <a:prstGeom prst="rect">
            <a:avLst/>
          </a:prstGeom>
          <a:noFill/>
        </p:spPr>
        <p:txBody>
          <a:bodyPr wrap="square">
            <a:spAutoFit/>
          </a:bodyPr>
          <a:lstStyle/>
          <a:p>
            <a:pPr algn="ctr"/>
            <a:r>
              <a:rPr lang="en-US" sz="3600" b="1" dirty="0"/>
              <a:t>Base Paper</a:t>
            </a:r>
          </a:p>
        </p:txBody>
      </p:sp>
      <p:pic>
        <p:nvPicPr>
          <p:cNvPr id="3" name="Picture 2">
            <a:extLst>
              <a:ext uri="{FF2B5EF4-FFF2-40B4-BE49-F238E27FC236}">
                <a16:creationId xmlns:a16="http://schemas.microsoft.com/office/drawing/2014/main" id="{E642F615-1181-78DF-51DF-E5F7ED62425B}"/>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DD7EC858-D894-A409-8E15-C036E2740DFA}"/>
              </a:ext>
            </a:extLst>
          </p:cNvPr>
          <p:cNvPicPr>
            <a:picLocks noChangeAspect="1"/>
          </p:cNvPicPr>
          <p:nvPr/>
        </p:nvPicPr>
        <p:blipFill>
          <a:blip r:embed="rId3"/>
          <a:stretch>
            <a:fillRect/>
          </a:stretch>
        </p:blipFill>
        <p:spPr>
          <a:xfrm>
            <a:off x="1095016" y="1391976"/>
            <a:ext cx="11210572" cy="5657946"/>
          </a:xfrm>
          <a:prstGeom prst="rect">
            <a:avLst/>
          </a:prstGeom>
        </p:spPr>
      </p:pic>
    </p:spTree>
    <p:extLst>
      <p:ext uri="{BB962C8B-B14F-4D97-AF65-F5344CB8AC3E}">
        <p14:creationId xmlns:p14="http://schemas.microsoft.com/office/powerpoint/2010/main" val="3728711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95B4C-FB22-3A92-76D9-B8B4AF3559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2BA9DF-143C-E04E-1164-95870434E2CF}"/>
              </a:ext>
            </a:extLst>
          </p:cNvPr>
          <p:cNvSpPr txBox="1"/>
          <p:nvPr/>
        </p:nvSpPr>
        <p:spPr>
          <a:xfrm>
            <a:off x="2277236" y="1098371"/>
            <a:ext cx="8405879" cy="646331"/>
          </a:xfrm>
          <a:prstGeom prst="rect">
            <a:avLst/>
          </a:prstGeom>
          <a:noFill/>
        </p:spPr>
        <p:txBody>
          <a:bodyPr wrap="square">
            <a:spAutoFit/>
          </a:bodyPr>
          <a:lstStyle/>
          <a:p>
            <a:pPr algn="ctr"/>
            <a:r>
              <a:rPr lang="en-US" sz="3600" b="1" dirty="0"/>
              <a:t>Base Paper Methodology - Rakshak</a:t>
            </a:r>
          </a:p>
        </p:txBody>
      </p:sp>
      <p:pic>
        <p:nvPicPr>
          <p:cNvPr id="3" name="Picture 2">
            <a:extLst>
              <a:ext uri="{FF2B5EF4-FFF2-40B4-BE49-F238E27FC236}">
                <a16:creationId xmlns:a16="http://schemas.microsoft.com/office/drawing/2014/main" id="{D4FA2015-2BFB-BB15-A18E-1701135ED91D}"/>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6BB9760A-2374-AE54-E40B-20980C64594D}"/>
              </a:ext>
            </a:extLst>
          </p:cNvPr>
          <p:cNvSpPr txBox="1"/>
          <p:nvPr/>
        </p:nvSpPr>
        <p:spPr>
          <a:xfrm>
            <a:off x="858737" y="2285689"/>
            <a:ext cx="11344552" cy="1003160"/>
          </a:xfrm>
          <a:prstGeom prst="rect">
            <a:avLst/>
          </a:prstGeom>
          <a:noFill/>
        </p:spPr>
        <p:txBody>
          <a:bodyPr wrap="square">
            <a:spAutoFit/>
          </a:bodyPr>
          <a:lstStyle/>
          <a:p>
            <a:r>
              <a:rPr lang="en-IN" dirty="0"/>
              <a:t>Rakshak uses different ways to detect an emergency, such as voice, eye-blink and tap inputs. When a danger is detected, the system activates SOS, gets the user's location and sends an alert to registered emergency contacts. It also supports emergency communication when internet connectivity is limited.</a:t>
            </a:r>
          </a:p>
        </p:txBody>
      </p:sp>
      <p:graphicFrame>
        <p:nvGraphicFramePr>
          <p:cNvPr id="2" name="Diagram 1">
            <a:extLst>
              <a:ext uri="{FF2B5EF4-FFF2-40B4-BE49-F238E27FC236}">
                <a16:creationId xmlns:a16="http://schemas.microsoft.com/office/drawing/2014/main" id="{82A82ACB-C309-D652-B1A3-241555788007}"/>
              </a:ext>
            </a:extLst>
          </p:cNvPr>
          <p:cNvGraphicFramePr/>
          <p:nvPr>
            <p:extLst>
              <p:ext uri="{D42A27DB-BD31-4B8C-83A1-F6EECF244321}">
                <p14:modId xmlns:p14="http://schemas.microsoft.com/office/powerpoint/2010/main" val="2358047396"/>
              </p:ext>
            </p:extLst>
          </p:nvPr>
        </p:nvGraphicFramePr>
        <p:xfrm>
          <a:off x="263525" y="1659467"/>
          <a:ext cx="12425186" cy="6422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7295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8752D-B5E9-3CA4-904D-14ADB5228F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D4C517-B892-F11A-86FE-54F06D848E61}"/>
              </a:ext>
            </a:extLst>
          </p:cNvPr>
          <p:cNvSpPr txBox="1"/>
          <p:nvPr/>
        </p:nvSpPr>
        <p:spPr>
          <a:xfrm>
            <a:off x="2277236" y="1098371"/>
            <a:ext cx="8405879" cy="646331"/>
          </a:xfrm>
          <a:prstGeom prst="rect">
            <a:avLst/>
          </a:prstGeom>
          <a:noFill/>
        </p:spPr>
        <p:txBody>
          <a:bodyPr wrap="square">
            <a:spAutoFit/>
          </a:bodyPr>
          <a:lstStyle/>
          <a:p>
            <a:pPr algn="ctr"/>
            <a:r>
              <a:rPr lang="en-US" sz="3600" b="1" dirty="0"/>
              <a:t>Project Design</a:t>
            </a:r>
          </a:p>
        </p:txBody>
      </p:sp>
      <p:pic>
        <p:nvPicPr>
          <p:cNvPr id="3" name="Picture 2">
            <a:extLst>
              <a:ext uri="{FF2B5EF4-FFF2-40B4-BE49-F238E27FC236}">
                <a16:creationId xmlns:a16="http://schemas.microsoft.com/office/drawing/2014/main" id="{269D84C3-2BCF-048A-817A-320DBBE8CE56}"/>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1176F95A-6895-592E-B814-BE4E8DDACC15}"/>
              </a:ext>
            </a:extLst>
          </p:cNvPr>
          <p:cNvPicPr>
            <a:picLocks noChangeAspect="1"/>
          </p:cNvPicPr>
          <p:nvPr/>
        </p:nvPicPr>
        <p:blipFill>
          <a:blip r:embed="rId3"/>
          <a:stretch>
            <a:fillRect/>
          </a:stretch>
        </p:blipFill>
        <p:spPr>
          <a:xfrm>
            <a:off x="2935116" y="2096648"/>
            <a:ext cx="6592112" cy="5067071"/>
          </a:xfrm>
          <a:prstGeom prst="rect">
            <a:avLst/>
          </a:prstGeom>
        </p:spPr>
      </p:pic>
    </p:spTree>
    <p:extLst>
      <p:ext uri="{BB962C8B-B14F-4D97-AF65-F5344CB8AC3E}">
        <p14:creationId xmlns:p14="http://schemas.microsoft.com/office/powerpoint/2010/main" val="1187702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56BA6-BF48-FCF7-B5F7-AE98777E49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6DEA276-2211-7D23-FD6B-B0404AF7CEE1}"/>
              </a:ext>
            </a:extLst>
          </p:cNvPr>
          <p:cNvSpPr txBox="1"/>
          <p:nvPr/>
        </p:nvSpPr>
        <p:spPr>
          <a:xfrm>
            <a:off x="2277236" y="1098371"/>
            <a:ext cx="8405879" cy="646331"/>
          </a:xfrm>
          <a:prstGeom prst="rect">
            <a:avLst/>
          </a:prstGeom>
          <a:noFill/>
        </p:spPr>
        <p:txBody>
          <a:bodyPr wrap="square">
            <a:spAutoFit/>
          </a:bodyPr>
          <a:lstStyle/>
          <a:p>
            <a:pPr algn="ctr"/>
            <a:r>
              <a:rPr lang="en-US" sz="3600" b="1" dirty="0"/>
              <a:t>Methodology Adopted from Rakshak</a:t>
            </a:r>
          </a:p>
        </p:txBody>
      </p:sp>
      <p:pic>
        <p:nvPicPr>
          <p:cNvPr id="3" name="Picture 2">
            <a:extLst>
              <a:ext uri="{FF2B5EF4-FFF2-40B4-BE49-F238E27FC236}">
                <a16:creationId xmlns:a16="http://schemas.microsoft.com/office/drawing/2014/main" id="{8E65502E-AE5D-AEED-5241-EF2A21FBFBD7}"/>
              </a:ext>
            </a:extLst>
          </p:cNvPr>
          <p:cNvPicPr>
            <a:picLocks noChangeAspect="1"/>
          </p:cNvPicPr>
          <p:nvPr/>
        </p:nvPicPr>
        <p:blipFill>
          <a:blip r:embed="rId2"/>
          <a:stretch>
            <a:fillRect/>
          </a:stretch>
        </p:blipFill>
        <p:spPr>
          <a:xfrm>
            <a:off x="10633555" y="531019"/>
            <a:ext cx="1942620" cy="622550"/>
          </a:xfrm>
          <a:prstGeom prst="rect">
            <a:avLst/>
          </a:prstGeom>
        </p:spPr>
      </p:pic>
      <p:sp>
        <p:nvSpPr>
          <p:cNvPr id="4" name="TextBox 3">
            <a:extLst>
              <a:ext uri="{FF2B5EF4-FFF2-40B4-BE49-F238E27FC236}">
                <a16:creationId xmlns:a16="http://schemas.microsoft.com/office/drawing/2014/main" id="{E94EF0EA-98FA-28BA-6FF6-C5235F6F6612}"/>
              </a:ext>
            </a:extLst>
          </p:cNvPr>
          <p:cNvSpPr txBox="1"/>
          <p:nvPr/>
        </p:nvSpPr>
        <p:spPr>
          <a:xfrm>
            <a:off x="858737" y="2285689"/>
            <a:ext cx="11344552" cy="3128421"/>
          </a:xfrm>
          <a:prstGeom prst="rect">
            <a:avLst/>
          </a:prstGeom>
          <a:noFill/>
        </p:spPr>
        <p:txBody>
          <a:bodyPr wrap="square">
            <a:spAutoFit/>
          </a:bodyPr>
          <a:lstStyle/>
          <a:p>
            <a:pPr lvl="0"/>
            <a:r>
              <a:rPr lang="en-IN" dirty="0"/>
              <a:t>Studied the emergency-detection and response approach presented in </a:t>
            </a:r>
            <a:r>
              <a:rPr lang="en-IN" b="1" dirty="0"/>
              <a:t>Rakshak</a:t>
            </a:r>
            <a:r>
              <a:rPr lang="en-IN" dirty="0"/>
              <a:t>.</a:t>
            </a:r>
          </a:p>
          <a:p>
            <a:pPr lvl="0"/>
            <a:r>
              <a:rPr lang="en-IN" dirty="0"/>
              <a:t>Adopted the core concept of initiating an emergency response when a user faces a critical situation.</a:t>
            </a:r>
          </a:p>
          <a:p>
            <a:pPr lvl="0"/>
            <a:r>
              <a:rPr lang="en-IN" dirty="0"/>
              <a:t>Incorporated </a:t>
            </a:r>
            <a:r>
              <a:rPr lang="en-IN" b="1" dirty="0"/>
              <a:t>SOS activation</a:t>
            </a:r>
            <a:r>
              <a:rPr lang="en-IN" dirty="0"/>
              <a:t> as the primary emergency trigger.</a:t>
            </a:r>
          </a:p>
          <a:p>
            <a:pPr lvl="0"/>
            <a:r>
              <a:rPr lang="en-IN" dirty="0"/>
              <a:t>Incorporated </a:t>
            </a:r>
            <a:r>
              <a:rPr lang="en-IN" b="1" dirty="0"/>
              <a:t>location acquisition</a:t>
            </a:r>
            <a:r>
              <a:rPr lang="en-IN" dirty="0"/>
              <a:t> as part of the emergency event.</a:t>
            </a:r>
          </a:p>
          <a:p>
            <a:pPr lvl="0"/>
            <a:r>
              <a:rPr lang="en-IN" dirty="0"/>
              <a:t>Incorporated </a:t>
            </a:r>
            <a:r>
              <a:rPr lang="en-IN" b="1" dirty="0"/>
              <a:t>emergency-contact notification</a:t>
            </a:r>
            <a:r>
              <a:rPr lang="en-IN" dirty="0"/>
              <a:t> as the response mechanism.</a:t>
            </a:r>
          </a:p>
          <a:p>
            <a:pPr lvl="0"/>
            <a:r>
              <a:rPr lang="en-IN" dirty="0"/>
              <a:t>Adapted the concept into a lightweight web-based implementation.</a:t>
            </a:r>
          </a:p>
          <a:p>
            <a:pPr lvl="0"/>
            <a:r>
              <a:rPr lang="en-IN" dirty="0"/>
              <a:t>Added authenticated users and user-specific emergency contacts.</a:t>
            </a:r>
          </a:p>
          <a:p>
            <a:pPr lvl="0"/>
            <a:r>
              <a:rPr lang="en-IN" dirty="0"/>
              <a:t>Implemented asynchronous notification processing using a dedicated worker.</a:t>
            </a:r>
          </a:p>
          <a:p>
            <a:pPr lvl="0"/>
            <a:r>
              <a:rPr lang="en-IN" dirty="0"/>
              <a:t>Implemented email-based emergency alert delivery.</a:t>
            </a:r>
          </a:p>
          <a:p>
            <a:pPr lvl="0"/>
            <a:r>
              <a:rPr lang="en-IN" dirty="0"/>
              <a:t>Maintained SOS status and history for tracking the emergency lifecycle.</a:t>
            </a:r>
          </a:p>
        </p:txBody>
      </p:sp>
    </p:spTree>
    <p:extLst>
      <p:ext uri="{BB962C8B-B14F-4D97-AF65-F5344CB8AC3E}">
        <p14:creationId xmlns:p14="http://schemas.microsoft.com/office/powerpoint/2010/main" val="2087784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F5DB-29A2-9D20-EF16-080783EFA59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F3DF4E-498E-C033-D8C4-1B3A8EE03FB7}"/>
              </a:ext>
            </a:extLst>
          </p:cNvPr>
          <p:cNvSpPr txBox="1"/>
          <p:nvPr/>
        </p:nvSpPr>
        <p:spPr>
          <a:xfrm>
            <a:off x="2277236" y="56779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62FA7EBE-F617-D903-5B2A-12BBC0254DDE}"/>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8" name="Picture 7">
            <a:extLst>
              <a:ext uri="{FF2B5EF4-FFF2-40B4-BE49-F238E27FC236}">
                <a16:creationId xmlns:a16="http://schemas.microsoft.com/office/drawing/2014/main" id="{88955DC7-36F9-0C80-3C4D-47A90F8CB3CB}"/>
              </a:ext>
            </a:extLst>
          </p:cNvPr>
          <p:cNvPicPr>
            <a:picLocks noChangeAspect="1"/>
          </p:cNvPicPr>
          <p:nvPr/>
        </p:nvPicPr>
        <p:blipFill>
          <a:blip r:embed="rId3"/>
          <a:stretch>
            <a:fillRect/>
          </a:stretch>
        </p:blipFill>
        <p:spPr>
          <a:xfrm>
            <a:off x="1114480" y="2068696"/>
            <a:ext cx="10683114" cy="4807402"/>
          </a:xfrm>
          <a:prstGeom prst="rect">
            <a:avLst/>
          </a:prstGeom>
        </p:spPr>
      </p:pic>
    </p:spTree>
    <p:extLst>
      <p:ext uri="{BB962C8B-B14F-4D97-AF65-F5344CB8AC3E}">
        <p14:creationId xmlns:p14="http://schemas.microsoft.com/office/powerpoint/2010/main" val="312001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574F8-D828-DB9D-0D39-142A656942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1980FC-1FCA-C1B4-E9D3-A8A44261345F}"/>
              </a:ext>
            </a:extLst>
          </p:cNvPr>
          <p:cNvSpPr txBox="1"/>
          <p:nvPr/>
        </p:nvSpPr>
        <p:spPr>
          <a:xfrm>
            <a:off x="2277236" y="109837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646E5D53-0CCD-7C8B-C38E-A4BDD00242E7}"/>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22802FA8-EE15-C3A9-6D28-D16047E497D9}"/>
              </a:ext>
            </a:extLst>
          </p:cNvPr>
          <p:cNvPicPr>
            <a:picLocks noChangeAspect="1"/>
          </p:cNvPicPr>
          <p:nvPr/>
        </p:nvPicPr>
        <p:blipFill>
          <a:blip r:embed="rId3"/>
          <a:stretch>
            <a:fillRect/>
          </a:stretch>
        </p:blipFill>
        <p:spPr>
          <a:xfrm>
            <a:off x="1411108" y="2291778"/>
            <a:ext cx="10171994" cy="4596470"/>
          </a:xfrm>
          <a:prstGeom prst="rect">
            <a:avLst/>
          </a:prstGeom>
        </p:spPr>
      </p:pic>
    </p:spTree>
    <p:extLst>
      <p:ext uri="{BB962C8B-B14F-4D97-AF65-F5344CB8AC3E}">
        <p14:creationId xmlns:p14="http://schemas.microsoft.com/office/powerpoint/2010/main" val="630699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76BFD-0C38-BF0C-B92A-B9ECBDB920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0D5B72-80A8-CDC6-E996-1A8622AC7BA7}"/>
              </a:ext>
            </a:extLst>
          </p:cNvPr>
          <p:cNvSpPr txBox="1"/>
          <p:nvPr/>
        </p:nvSpPr>
        <p:spPr>
          <a:xfrm>
            <a:off x="2277236" y="1098371"/>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1FB8ECD4-D9B5-4B13-BF1C-006813024FF3}"/>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A4C8E20E-0D88-A4C7-A975-44D874E85260}"/>
              </a:ext>
            </a:extLst>
          </p:cNvPr>
          <p:cNvPicPr>
            <a:picLocks noChangeAspect="1"/>
          </p:cNvPicPr>
          <p:nvPr/>
        </p:nvPicPr>
        <p:blipFill>
          <a:blip r:embed="rId3"/>
          <a:stretch>
            <a:fillRect/>
          </a:stretch>
        </p:blipFill>
        <p:spPr>
          <a:xfrm>
            <a:off x="2054578" y="2242124"/>
            <a:ext cx="9257594" cy="4183275"/>
          </a:xfrm>
          <a:prstGeom prst="rect">
            <a:avLst/>
          </a:prstGeom>
        </p:spPr>
      </p:pic>
    </p:spTree>
    <p:extLst>
      <p:ext uri="{BB962C8B-B14F-4D97-AF65-F5344CB8AC3E}">
        <p14:creationId xmlns:p14="http://schemas.microsoft.com/office/powerpoint/2010/main" val="3777995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46A8C-9C1D-3AEE-021E-DC0DA4412C5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306227-ADF8-CBB6-16F4-8F81D96FF3C0}"/>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D138E0F3-37FC-A845-A360-6C599B479255}"/>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5CBAF706-F718-C5F5-6E15-BDA69F90E1AC}"/>
              </a:ext>
            </a:extLst>
          </p:cNvPr>
          <p:cNvPicPr>
            <a:picLocks noChangeAspect="1"/>
          </p:cNvPicPr>
          <p:nvPr/>
        </p:nvPicPr>
        <p:blipFill>
          <a:blip r:embed="rId3"/>
          <a:stretch>
            <a:fillRect/>
          </a:stretch>
        </p:blipFill>
        <p:spPr>
          <a:xfrm>
            <a:off x="1512710" y="2271228"/>
            <a:ext cx="10307461" cy="4548167"/>
          </a:xfrm>
          <a:prstGeom prst="rect">
            <a:avLst/>
          </a:prstGeom>
        </p:spPr>
      </p:pic>
    </p:spTree>
    <p:extLst>
      <p:ext uri="{BB962C8B-B14F-4D97-AF65-F5344CB8AC3E}">
        <p14:creationId xmlns:p14="http://schemas.microsoft.com/office/powerpoint/2010/main" val="3979395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EE48-2F31-2CFB-85A9-4DA8099FFC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20AFA1-5137-5401-8964-E8F817EBA1D6}"/>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230F74F6-6369-3E7A-60DB-2EE94571D953}"/>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4" name="Picture 3">
            <a:extLst>
              <a:ext uri="{FF2B5EF4-FFF2-40B4-BE49-F238E27FC236}">
                <a16:creationId xmlns:a16="http://schemas.microsoft.com/office/drawing/2014/main" id="{A52818BF-9952-ECF1-B6CA-39A1E2DEDCDE}"/>
              </a:ext>
            </a:extLst>
          </p:cNvPr>
          <p:cNvPicPr>
            <a:picLocks noChangeAspect="1"/>
          </p:cNvPicPr>
          <p:nvPr/>
        </p:nvPicPr>
        <p:blipFill>
          <a:blip r:embed="rId3"/>
          <a:stretch>
            <a:fillRect/>
          </a:stretch>
        </p:blipFill>
        <p:spPr>
          <a:xfrm>
            <a:off x="1253067" y="2164038"/>
            <a:ext cx="10476794" cy="4708009"/>
          </a:xfrm>
          <a:prstGeom prst="rect">
            <a:avLst/>
          </a:prstGeom>
        </p:spPr>
      </p:pic>
    </p:spTree>
    <p:extLst>
      <p:ext uri="{BB962C8B-B14F-4D97-AF65-F5344CB8AC3E}">
        <p14:creationId xmlns:p14="http://schemas.microsoft.com/office/powerpoint/2010/main" val="711844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ADE07-C5E3-AB4B-1476-362EDC7ED9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3C4231-2DD5-1B0C-D122-B00E462C73D9}"/>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5C0C66A0-5A02-0616-8C3F-164407DA2E22}"/>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6" name="Picture 5">
            <a:extLst>
              <a:ext uri="{FF2B5EF4-FFF2-40B4-BE49-F238E27FC236}">
                <a16:creationId xmlns:a16="http://schemas.microsoft.com/office/drawing/2014/main" id="{83FC1852-FDEC-794A-48BE-4A5F569F59E9}"/>
              </a:ext>
            </a:extLst>
          </p:cNvPr>
          <p:cNvPicPr>
            <a:picLocks noChangeAspect="1"/>
          </p:cNvPicPr>
          <p:nvPr/>
        </p:nvPicPr>
        <p:blipFill>
          <a:blip r:embed="rId3"/>
          <a:stretch>
            <a:fillRect/>
          </a:stretch>
        </p:blipFill>
        <p:spPr>
          <a:xfrm>
            <a:off x="2415821" y="1543166"/>
            <a:ext cx="7918626" cy="5726790"/>
          </a:xfrm>
          <a:prstGeom prst="rect">
            <a:avLst/>
          </a:prstGeom>
        </p:spPr>
      </p:pic>
    </p:spTree>
    <p:extLst>
      <p:ext uri="{BB962C8B-B14F-4D97-AF65-F5344CB8AC3E}">
        <p14:creationId xmlns:p14="http://schemas.microsoft.com/office/powerpoint/2010/main" val="3428327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A9B28-CA56-1769-1639-D964C7818D5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3D917AB-5A3D-5F66-F0A6-DE653399B835}"/>
              </a:ext>
            </a:extLst>
          </p:cNvPr>
          <p:cNvSpPr txBox="1"/>
          <p:nvPr/>
        </p:nvSpPr>
        <p:spPr>
          <a:xfrm>
            <a:off x="2277236" y="793568"/>
            <a:ext cx="8405879" cy="646331"/>
          </a:xfrm>
          <a:prstGeom prst="rect">
            <a:avLst/>
          </a:prstGeom>
          <a:noFill/>
        </p:spPr>
        <p:txBody>
          <a:bodyPr wrap="square">
            <a:spAutoFit/>
          </a:bodyPr>
          <a:lstStyle/>
          <a:p>
            <a:pPr algn="ctr"/>
            <a:r>
              <a:rPr lang="en-US" sz="3600" b="1" dirty="0"/>
              <a:t>Results</a:t>
            </a:r>
          </a:p>
        </p:txBody>
      </p:sp>
      <p:pic>
        <p:nvPicPr>
          <p:cNvPr id="3" name="Picture 2">
            <a:extLst>
              <a:ext uri="{FF2B5EF4-FFF2-40B4-BE49-F238E27FC236}">
                <a16:creationId xmlns:a16="http://schemas.microsoft.com/office/drawing/2014/main" id="{C85FFFF7-02FB-8110-7581-F13818402136}"/>
              </a:ext>
            </a:extLst>
          </p:cNvPr>
          <p:cNvPicPr>
            <a:picLocks noChangeAspect="1"/>
          </p:cNvPicPr>
          <p:nvPr/>
        </p:nvPicPr>
        <p:blipFill>
          <a:blip r:embed="rId2"/>
          <a:stretch>
            <a:fillRect/>
          </a:stretch>
        </p:blipFill>
        <p:spPr>
          <a:xfrm>
            <a:off x="10633555" y="531019"/>
            <a:ext cx="1942620" cy="622550"/>
          </a:xfrm>
          <a:prstGeom prst="rect">
            <a:avLst/>
          </a:prstGeom>
        </p:spPr>
      </p:pic>
      <p:pic>
        <p:nvPicPr>
          <p:cNvPr id="8" name="Picture 7">
            <a:extLst>
              <a:ext uri="{FF2B5EF4-FFF2-40B4-BE49-F238E27FC236}">
                <a16:creationId xmlns:a16="http://schemas.microsoft.com/office/drawing/2014/main" id="{73D3102F-7BAC-3394-15A0-BBB1816AE7B5}"/>
              </a:ext>
            </a:extLst>
          </p:cNvPr>
          <p:cNvPicPr>
            <a:picLocks noChangeAspect="1"/>
          </p:cNvPicPr>
          <p:nvPr/>
        </p:nvPicPr>
        <p:blipFill>
          <a:blip r:embed="rId3"/>
          <a:stretch>
            <a:fillRect/>
          </a:stretch>
        </p:blipFill>
        <p:spPr>
          <a:xfrm>
            <a:off x="953603" y="2122311"/>
            <a:ext cx="10674657" cy="4676834"/>
          </a:xfrm>
          <a:prstGeom prst="rect">
            <a:avLst/>
          </a:prstGeom>
        </p:spPr>
      </p:pic>
    </p:spTree>
    <p:extLst>
      <p:ext uri="{BB962C8B-B14F-4D97-AF65-F5344CB8AC3E}">
        <p14:creationId xmlns:p14="http://schemas.microsoft.com/office/powerpoint/2010/main" val="2254327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TotalTime>
  <Words>1227</Words>
  <Application>Microsoft Office PowerPoint</Application>
  <PresentationFormat>Custom</PresentationFormat>
  <Paragraphs>145</Paragraphs>
  <Slides>20</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Vamsidhar K</cp:lastModifiedBy>
  <cp:revision>34</cp:revision>
  <dcterms:created xsi:type="dcterms:W3CDTF">2026-08-08T06:33:56Z</dcterms:created>
  <dcterms:modified xsi:type="dcterms:W3CDTF">2026-10-04T15:59:19Z</dcterms:modified>
</cp:coreProperties>
</file>